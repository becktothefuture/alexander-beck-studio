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643e448b8d24d47" /><Relationship Type="http://schemas.openxmlformats.org/officeDocument/2006/relationships/extended-properties" Target="/docProps/app.xml" Id="Raff269b852ea413f" /><Relationship Type="http://schemas.openxmlformats.org/officeDocument/2006/relationships/officeDocument" Target="/ppt/presentation.xml" Id="Rf34fe16a80f54c2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9dbe77763eb412f"/>
  </p:sldMasterIdLst>
  <p:notesMasterIdLst>
    <p:notesMasterId xmlns:r="http://schemas.openxmlformats.org/officeDocument/2006/relationships" r:id="R1a709e6472be4da2"/>
  </p:notesMasterIdLst>
  <p:sldIdLst>
    <p:sldId xmlns:r="http://schemas.openxmlformats.org/officeDocument/2006/relationships" id="256" r:id="R7a4f6c6a0d7646b0"/>
    <p:sldId xmlns:r="http://schemas.openxmlformats.org/officeDocument/2006/relationships" id="257" r:id="R4dcb49f7d3a14584"/>
    <p:sldId xmlns:r="http://schemas.openxmlformats.org/officeDocument/2006/relationships" id="258" r:id="R97327c4119d744d6"/>
    <p:sldId xmlns:r="http://schemas.openxmlformats.org/officeDocument/2006/relationships" id="259" r:id="R3fecb3a7c70c469f"/>
    <p:sldId xmlns:r="http://schemas.openxmlformats.org/officeDocument/2006/relationships" id="260" r:id="R69d3c03f5500473d"/>
    <p:sldId xmlns:r="http://schemas.openxmlformats.org/officeDocument/2006/relationships" id="261" r:id="Rfb820d8367db4d2e"/>
    <p:sldId xmlns:r="http://schemas.openxmlformats.org/officeDocument/2006/relationships" id="262" r:id="Rfe9ddfcd172a48ec"/>
    <p:sldId xmlns:r="http://schemas.openxmlformats.org/officeDocument/2006/relationships" id="263" r:id="Rd42dd52872ca4606"/>
    <p:sldId xmlns:r="http://schemas.openxmlformats.org/officeDocument/2006/relationships" id="264" r:id="R16a34f54c4ee4aed"/>
    <p:sldId xmlns:r="http://schemas.openxmlformats.org/officeDocument/2006/relationships" id="265" r:id="Rfe4d6f0d9d5c4add"/>
    <p:sldId xmlns:r="http://schemas.openxmlformats.org/officeDocument/2006/relationships" id="266" r:id="R2a2670bb986b4457"/>
    <p:sldId xmlns:r="http://schemas.openxmlformats.org/officeDocument/2006/relationships" id="267" r:id="Rbff43ea39365499e"/>
    <p:sldId xmlns:r="http://schemas.openxmlformats.org/officeDocument/2006/relationships" id="268" r:id="R56a79196a884449e"/>
    <p:sldId xmlns:r="http://schemas.openxmlformats.org/officeDocument/2006/relationships" id="269" r:id="Rf8b4bbea2379436e"/>
    <p:sldId xmlns:r="http://schemas.openxmlformats.org/officeDocument/2006/relationships" id="270" r:id="Rebe255aba4f6451c"/>
    <p:sldId xmlns:r="http://schemas.openxmlformats.org/officeDocument/2006/relationships" id="271" r:id="R35b2ec199e074ef1"/>
    <p:sldId xmlns:r="http://schemas.openxmlformats.org/officeDocument/2006/relationships" id="272" r:id="R9a96ed2660574627"/>
    <p:sldId xmlns:r="http://schemas.openxmlformats.org/officeDocument/2006/relationships" id="273" r:id="R7c6f9d59b36a4ac4"/>
    <p:sldId xmlns:r="http://schemas.openxmlformats.org/officeDocument/2006/relationships" id="274" r:id="R861325c708f74d51"/>
    <p:sldId xmlns:r="http://schemas.openxmlformats.org/officeDocument/2006/relationships" id="275" r:id="Rf260666b6ac54721"/>
    <p:sldId xmlns:r="http://schemas.openxmlformats.org/officeDocument/2006/relationships" id="276" r:id="Rf12703ef441e41a7"/>
    <p:sldId xmlns:r="http://schemas.openxmlformats.org/officeDocument/2006/relationships" id="277" r:id="Rf2552be9e6294ff1"/>
    <p:sldId xmlns:r="http://schemas.openxmlformats.org/officeDocument/2006/relationships" id="278" r:id="Rae9318fb3e2c45ee"/>
    <p:sldId xmlns:r="http://schemas.openxmlformats.org/officeDocument/2006/relationships" id="279" r:id="R6a601f53eaec4f5c"/>
    <p:sldId xmlns:r="http://schemas.openxmlformats.org/officeDocument/2006/relationships" id="280" r:id="R67930d5444d8468b"/>
    <p:sldId xmlns:r="http://schemas.openxmlformats.org/officeDocument/2006/relationships" id="281" r:id="R7c54b9ff9b2e4ba6"/>
    <p:sldId xmlns:r="http://schemas.openxmlformats.org/officeDocument/2006/relationships" id="282" r:id="R1a59ab9ab5884e14"/>
    <p:sldId xmlns:r="http://schemas.openxmlformats.org/officeDocument/2006/relationships" id="283" r:id="Rf3f562b567b4409c"/>
    <p:sldId xmlns:r="http://schemas.openxmlformats.org/officeDocument/2006/relationships" id="284" r:id="Reb714412b2194ca1"/>
    <p:sldId xmlns:r="http://schemas.openxmlformats.org/officeDocument/2006/relationships" id="285" r:id="Rd36624e47cfc410a"/>
    <p:sldId xmlns:r="http://schemas.openxmlformats.org/officeDocument/2006/relationships" id="286" r:id="R7e13115849d24842"/>
    <p:sldId xmlns:r="http://schemas.openxmlformats.org/officeDocument/2006/relationships" id="287" r:id="R750681a9d67e41f2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2ad7331f4014307" /><Relationship Type="http://schemas.openxmlformats.org/officeDocument/2006/relationships/slideMaster" Target="/ppt/slideMasters/slideMaster1.xml" Id="R59dbe77763eb412f" /><Relationship Type="http://schemas.openxmlformats.org/officeDocument/2006/relationships/notesMaster" Target="/ppt/notesMasters/notesMaster1.xml" Id="R1a709e6472be4da2" /><Relationship Type="http://schemas.openxmlformats.org/officeDocument/2006/relationships/presProps" Target="/ppt/presProps.xml" Id="Ra0a4c9d4ac484a13" /><Relationship Type="http://schemas.openxmlformats.org/officeDocument/2006/relationships/tableStyles" Target="/ppt/tableStyles.xml" Id="Rddb91e0c7b374fa9" /><Relationship Type="http://schemas.openxmlformats.org/officeDocument/2006/relationships/slide" Target="/ppt/slides/slide1.xml" Id="R7a4f6c6a0d7646b0" /><Relationship Type="http://schemas.openxmlformats.org/officeDocument/2006/relationships/slide" Target="/ppt/slides/slide2.xml" Id="R4dcb49f7d3a14584" /><Relationship Type="http://schemas.openxmlformats.org/officeDocument/2006/relationships/slide" Target="/ppt/slides/slide3.xml" Id="R97327c4119d744d6" /><Relationship Type="http://schemas.openxmlformats.org/officeDocument/2006/relationships/slide" Target="/ppt/slides/slide4.xml" Id="R3fecb3a7c70c469f" /><Relationship Type="http://schemas.openxmlformats.org/officeDocument/2006/relationships/slide" Target="/ppt/slides/slide5.xml" Id="R69d3c03f5500473d" /><Relationship Type="http://schemas.openxmlformats.org/officeDocument/2006/relationships/slide" Target="/ppt/slides/slide6.xml" Id="Rfb820d8367db4d2e" /><Relationship Type="http://schemas.openxmlformats.org/officeDocument/2006/relationships/slide" Target="/ppt/slides/slide7.xml" Id="Rfe9ddfcd172a48ec" /><Relationship Type="http://schemas.openxmlformats.org/officeDocument/2006/relationships/slide" Target="/ppt/slides/slide8.xml" Id="Rd42dd52872ca4606" /><Relationship Type="http://schemas.openxmlformats.org/officeDocument/2006/relationships/slide" Target="/ppt/slides/slide9.xml" Id="R16a34f54c4ee4aed" /><Relationship Type="http://schemas.openxmlformats.org/officeDocument/2006/relationships/slide" Target="/ppt/slides/slide10.xml" Id="Rfe4d6f0d9d5c4add" /><Relationship Type="http://schemas.openxmlformats.org/officeDocument/2006/relationships/slide" Target="/ppt/slides/slide11.xml" Id="R2a2670bb986b4457" /><Relationship Type="http://schemas.openxmlformats.org/officeDocument/2006/relationships/slide" Target="/ppt/slides/slide12.xml" Id="Rbff43ea39365499e" /><Relationship Type="http://schemas.openxmlformats.org/officeDocument/2006/relationships/slide" Target="/ppt/slides/slide13.xml" Id="R56a79196a884449e" /><Relationship Type="http://schemas.openxmlformats.org/officeDocument/2006/relationships/slide" Target="/ppt/slides/slide14.xml" Id="Rf8b4bbea2379436e" /><Relationship Type="http://schemas.openxmlformats.org/officeDocument/2006/relationships/slide" Target="/ppt/slides/slide15.xml" Id="Rebe255aba4f6451c" /><Relationship Type="http://schemas.openxmlformats.org/officeDocument/2006/relationships/slide" Target="/ppt/slides/slide16.xml" Id="R35b2ec199e074ef1" /><Relationship Type="http://schemas.openxmlformats.org/officeDocument/2006/relationships/slide" Target="/ppt/slides/slide17.xml" Id="R9a96ed2660574627" /><Relationship Type="http://schemas.openxmlformats.org/officeDocument/2006/relationships/slide" Target="/ppt/slides/slide18.xml" Id="R7c6f9d59b36a4ac4" /><Relationship Type="http://schemas.openxmlformats.org/officeDocument/2006/relationships/slide" Target="/ppt/slides/slide19.xml" Id="R861325c708f74d51" /><Relationship Type="http://schemas.openxmlformats.org/officeDocument/2006/relationships/slide" Target="/ppt/slides/slide20.xml" Id="Rf260666b6ac54721" /><Relationship Type="http://schemas.openxmlformats.org/officeDocument/2006/relationships/slide" Target="/ppt/slides/slide21.xml" Id="Rf12703ef441e41a7" /><Relationship Type="http://schemas.openxmlformats.org/officeDocument/2006/relationships/slide" Target="/ppt/slides/slide22.xml" Id="Rf2552be9e6294ff1" /><Relationship Type="http://schemas.openxmlformats.org/officeDocument/2006/relationships/slide" Target="/ppt/slides/slide23.xml" Id="Rae9318fb3e2c45ee" /><Relationship Type="http://schemas.openxmlformats.org/officeDocument/2006/relationships/slide" Target="/ppt/slides/slide24.xml" Id="R6a601f53eaec4f5c" /><Relationship Type="http://schemas.openxmlformats.org/officeDocument/2006/relationships/slide" Target="/ppt/slides/slide25.xml" Id="R67930d5444d8468b" /><Relationship Type="http://schemas.openxmlformats.org/officeDocument/2006/relationships/slide" Target="/ppt/slides/slide26.xml" Id="R7c54b9ff9b2e4ba6" /><Relationship Type="http://schemas.openxmlformats.org/officeDocument/2006/relationships/slide" Target="/ppt/slides/slide27.xml" Id="R1a59ab9ab5884e14" /><Relationship Type="http://schemas.openxmlformats.org/officeDocument/2006/relationships/slide" Target="/ppt/slides/slide28.xml" Id="Rf3f562b567b4409c" /><Relationship Type="http://schemas.openxmlformats.org/officeDocument/2006/relationships/slide" Target="/ppt/slides/slide29.xml" Id="Reb714412b2194ca1" /><Relationship Type="http://schemas.openxmlformats.org/officeDocument/2006/relationships/slide" Target="/ppt/slides/slide30.xml" Id="Rd36624e47cfc410a" /><Relationship Type="http://schemas.openxmlformats.org/officeDocument/2006/relationships/slide" Target="/ppt/slides/slide31.xml" Id="R7e13115849d24842" /><Relationship Type="http://schemas.openxmlformats.org/officeDocument/2006/relationships/slide" Target="/ppt/slides/slide32.xml" Id="R750681a9d67e41f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b460d542dff45e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940b358998b4af5" /><Relationship Type="http://schemas.openxmlformats.org/officeDocument/2006/relationships/notesMaster" Target="/ppt/notesMasters/notesMaster1.xml" Id="Rc72bcbb8ab4d441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d6a57cf6f9a44dd" /><Relationship Type="http://schemas.openxmlformats.org/officeDocument/2006/relationships/notesMaster" Target="/ppt/notesMasters/notesMaster1.xml" Id="R6e683edf39b2431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6358440a75745eb" /><Relationship Type="http://schemas.openxmlformats.org/officeDocument/2006/relationships/notesMaster" Target="/ppt/notesMasters/notesMaster1.xml" Id="R582c9e3fe2a44a2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696db386c504c3c" /><Relationship Type="http://schemas.openxmlformats.org/officeDocument/2006/relationships/notesMaster" Target="/ppt/notesMasters/notesMaster1.xml" Id="Rfc1d91a44cec4ac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ca271ec4a5242a1" /><Relationship Type="http://schemas.openxmlformats.org/officeDocument/2006/relationships/notesMaster" Target="/ppt/notesMasters/notesMaster1.xml" Id="R09d0e7db61e046d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79aea724a374325" /><Relationship Type="http://schemas.openxmlformats.org/officeDocument/2006/relationships/notesMaster" Target="/ppt/notesMasters/notesMaster1.xml" Id="Rbd9c6e079707437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b8c0b5ff02043ac" /><Relationship Type="http://schemas.openxmlformats.org/officeDocument/2006/relationships/notesMaster" Target="/ppt/notesMasters/notesMaster1.xml" Id="R84d20dc68df9420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e41030078e14a5d" /><Relationship Type="http://schemas.openxmlformats.org/officeDocument/2006/relationships/notesMaster" Target="/ppt/notesMasters/notesMaster1.xml" Id="R7bf41cef1035474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08ae6215cd14e51" /><Relationship Type="http://schemas.openxmlformats.org/officeDocument/2006/relationships/notesMaster" Target="/ppt/notesMasters/notesMaster1.xml" Id="R07205d36c2a74be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4ac71d4bba4464b" /><Relationship Type="http://schemas.openxmlformats.org/officeDocument/2006/relationships/notesMaster" Target="/ppt/notesMasters/notesMaster1.xml" Id="R2f3ddf19b9e6431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65c477b978d443b" /><Relationship Type="http://schemas.openxmlformats.org/officeDocument/2006/relationships/notesMaster" Target="/ppt/notesMasters/notesMaster1.xml" Id="R7a808afb5ab149b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9467f954bc24712" /><Relationship Type="http://schemas.openxmlformats.org/officeDocument/2006/relationships/notesMaster" Target="/ppt/notesMasters/notesMaster1.xml" Id="R060068cb08fb42a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473021648e64eaf" /><Relationship Type="http://schemas.openxmlformats.org/officeDocument/2006/relationships/notesMaster" Target="/ppt/notesMasters/notesMaster1.xml" Id="R81103c5f210b473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38c392a487564477" /><Relationship Type="http://schemas.openxmlformats.org/officeDocument/2006/relationships/notesMaster" Target="/ppt/notesMasters/notesMaster1.xml" Id="R24adb0aad66648d5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62363706fc7c4dd0" /><Relationship Type="http://schemas.openxmlformats.org/officeDocument/2006/relationships/notesMaster" Target="/ppt/notesMasters/notesMaster1.xml" Id="R935d86841050420e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0c40efc4bb8d4f3a" /><Relationship Type="http://schemas.openxmlformats.org/officeDocument/2006/relationships/notesMaster" Target="/ppt/notesMasters/notesMaster1.xml" Id="R519199903f004d03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1eed4ab5ea6e4183" /><Relationship Type="http://schemas.openxmlformats.org/officeDocument/2006/relationships/notesMaster" Target="/ppt/notesMasters/notesMaster1.xml" Id="R1bfc819ec31c4065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0aa268ab09a74433" /><Relationship Type="http://schemas.openxmlformats.org/officeDocument/2006/relationships/notesMaster" Target="/ppt/notesMasters/notesMaster1.xml" Id="R5f5ae6f930ab4607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6203bacf52d64193" /><Relationship Type="http://schemas.openxmlformats.org/officeDocument/2006/relationships/notesMaster" Target="/ppt/notesMasters/notesMaster1.xml" Id="R1cc564341f174ba7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254655b6216c4dae" /><Relationship Type="http://schemas.openxmlformats.org/officeDocument/2006/relationships/notesMaster" Target="/ppt/notesMasters/notesMaster1.xml" Id="R792366c3e98b41e7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11982f73809e4129" /><Relationship Type="http://schemas.openxmlformats.org/officeDocument/2006/relationships/notesMaster" Target="/ppt/notesMasters/notesMaster1.xml" Id="Rc6b72a82a7054c62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4d5e86f2965240d0" /><Relationship Type="http://schemas.openxmlformats.org/officeDocument/2006/relationships/notesMaster" Target="/ppt/notesMasters/notesMaster1.xml" Id="R8c388d8b7bb74176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7481cff1c0764495" /><Relationship Type="http://schemas.openxmlformats.org/officeDocument/2006/relationships/notesMaster" Target="/ppt/notesMasters/notesMaster1.xml" Id="R49244214a3de4671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6fe62ac7b95a4bf4" /><Relationship Type="http://schemas.openxmlformats.org/officeDocument/2006/relationships/notesMaster" Target="/ppt/notesMasters/notesMaster1.xml" Id="R2539c6656c2e4edc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dd9697a81b7c44cd" /><Relationship Type="http://schemas.openxmlformats.org/officeDocument/2006/relationships/notesMaster" Target="/ppt/notesMasters/notesMaster1.xml" Id="R55fe5002b55d4355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151752928ac141c9" /><Relationship Type="http://schemas.openxmlformats.org/officeDocument/2006/relationships/notesMaster" Target="/ppt/notesMasters/notesMaster1.xml" Id="Reb4e35a6a8544975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20f5a36abfb54a9d" /><Relationship Type="http://schemas.openxmlformats.org/officeDocument/2006/relationships/notesMaster" Target="/ppt/notesMasters/notesMaster1.xml" Id="Re6ddaa78785841d6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1e7d7196927b4cff" /><Relationship Type="http://schemas.openxmlformats.org/officeDocument/2006/relationships/notesMaster" Target="/ppt/notesMasters/notesMaster1.xml" Id="R4cb4abc09e50495a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34aa77d979b24b72" /><Relationship Type="http://schemas.openxmlformats.org/officeDocument/2006/relationships/notesMaster" Target="/ppt/notesMasters/notesMaster1.xml" Id="R68e0525705b245ac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65d1a524c81749f4" /><Relationship Type="http://schemas.openxmlformats.org/officeDocument/2006/relationships/notesMaster" Target="/ppt/notesMasters/notesMaster1.xml" Id="R33b9e704e99d478a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5d5d5f4fca114756" /><Relationship Type="http://schemas.openxmlformats.org/officeDocument/2006/relationships/notesMaster" Target="/ppt/notesMasters/notesMaster1.xml" Id="Rc25d5c061204439a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9caa3ecb42e342f3" /><Relationship Type="http://schemas.openxmlformats.org/officeDocument/2006/relationships/notesMaster" Target="/ppt/notesMasters/notesMaster1.xml" Id="Rd0554d796549420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32ccd49bec54d4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f7efc94c9b54105" /><Relationship Type="http://schemas.openxmlformats.org/officeDocument/2006/relationships/slideLayout" Target="/ppt/slideLayouts/slideLayout1.xml" Id="Rd28ecf0d7808472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28ecf0d7808472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6987628e994a6c" /><Relationship Type="http://schemas.openxmlformats.org/officeDocument/2006/relationships/notesSlide" Target="/ppt/notesSlides/notesSlide1.xml" Id="R55a758ed8057439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4969ee4f0b437c" /><Relationship Type="http://schemas.openxmlformats.org/officeDocument/2006/relationships/notesSlide" Target="/ppt/notesSlides/notesSlide2.xml" Id="R47da750ca63a46e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6a4080f71b493a" /><Relationship Type="http://schemas.openxmlformats.org/officeDocument/2006/relationships/notesSlide" Target="/ppt/notesSlides/notesSlide3.xml" Id="R4786f1fe11b64cc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434b556981426b" /><Relationship Type="http://schemas.openxmlformats.org/officeDocument/2006/relationships/notesSlide" Target="/ppt/notesSlides/notesSlide4.xml" Id="R526c99f0a8ac4a5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28ab602bca4579" /><Relationship Type="http://schemas.openxmlformats.org/officeDocument/2006/relationships/notesSlide" Target="/ppt/notesSlides/notesSlide5.xml" Id="Rd801449e3d024cc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8147ea7efe4344" /><Relationship Type="http://schemas.openxmlformats.org/officeDocument/2006/relationships/notesSlide" Target="/ppt/notesSlides/notesSlide6.xml" Id="R125133833b6e443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b5a10a0c8143ef" /><Relationship Type="http://schemas.openxmlformats.org/officeDocument/2006/relationships/notesSlide" Target="/ppt/notesSlides/notesSlide7.xml" Id="R993d5e225396471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c19d2baf424d1d" /><Relationship Type="http://schemas.openxmlformats.org/officeDocument/2006/relationships/notesSlide" Target="/ppt/notesSlides/notesSlide8.xml" Id="R2503314ece054b7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4aa862d9074950" /><Relationship Type="http://schemas.openxmlformats.org/officeDocument/2006/relationships/notesSlide" Target="/ppt/notesSlides/notesSlide9.xml" Id="Rb5a345262db24e7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93c4ef684f49b6" /><Relationship Type="http://schemas.openxmlformats.org/officeDocument/2006/relationships/notesSlide" Target="/ppt/notesSlides/notesSlide10.xml" Id="R22bf0e7a47d0417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05f672614c4862" /><Relationship Type="http://schemas.openxmlformats.org/officeDocument/2006/relationships/notesSlide" Target="/ppt/notesSlides/notesSlide11.xml" Id="Re5ac13ba87c94b7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b3445377df4690" /><Relationship Type="http://schemas.openxmlformats.org/officeDocument/2006/relationships/notesSlide" Target="/ppt/notesSlides/notesSlide12.xml" Id="R56ee6ec4c2354be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08482bce4349e4" /><Relationship Type="http://schemas.openxmlformats.org/officeDocument/2006/relationships/notesSlide" Target="/ppt/notesSlides/notesSlide13.xml" Id="Rb2a547462aa544c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6c3618c59b4f24" /><Relationship Type="http://schemas.openxmlformats.org/officeDocument/2006/relationships/notesSlide" Target="/ppt/notesSlides/notesSlide14.xml" Id="R872615f451c448ae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03e6d675c54e7d" /><Relationship Type="http://schemas.openxmlformats.org/officeDocument/2006/relationships/notesSlide" Target="/ppt/notesSlides/notesSlide15.xml" Id="R7cdd5c85cfb64823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0f16f3612c44af" /><Relationship Type="http://schemas.openxmlformats.org/officeDocument/2006/relationships/notesSlide" Target="/ppt/notesSlides/notesSlide16.xml" Id="R7905ebb0ba1e4c40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cdf44089214bfc" /><Relationship Type="http://schemas.openxmlformats.org/officeDocument/2006/relationships/notesSlide" Target="/ppt/notesSlides/notesSlide17.xml" Id="Rc27a4a0a40664037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2727feefa942f0" /><Relationship Type="http://schemas.openxmlformats.org/officeDocument/2006/relationships/notesSlide" Target="/ppt/notesSlides/notesSlide18.xml" Id="R5f1c4f77387f47bc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228247181646e1" /><Relationship Type="http://schemas.openxmlformats.org/officeDocument/2006/relationships/notesSlide" Target="/ppt/notesSlides/notesSlide19.xml" Id="Raa5e15f7342b4d9e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5f621dc50248d3" /><Relationship Type="http://schemas.openxmlformats.org/officeDocument/2006/relationships/notesSlide" Target="/ppt/notesSlides/notesSlide20.xml" Id="R92db149bd46a4545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a939de090f4519" /><Relationship Type="http://schemas.openxmlformats.org/officeDocument/2006/relationships/notesSlide" Target="/ppt/notesSlides/notesSlide21.xml" Id="Rfd115564e3ac4227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9b9cc9a9c14ad9" /><Relationship Type="http://schemas.openxmlformats.org/officeDocument/2006/relationships/notesSlide" Target="/ppt/notesSlides/notesSlide22.xml" Id="R22c577e7fbb54936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871a6bd6404cc1" /><Relationship Type="http://schemas.openxmlformats.org/officeDocument/2006/relationships/notesSlide" Target="/ppt/notesSlides/notesSlide23.xml" Id="R2f0c57ca1a23408e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e2ad5971dd463c" /><Relationship Type="http://schemas.openxmlformats.org/officeDocument/2006/relationships/notesSlide" Target="/ppt/notesSlides/notesSlide24.xml" Id="Rddb9e168c52f469a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39af87241d4950" /><Relationship Type="http://schemas.openxmlformats.org/officeDocument/2006/relationships/notesSlide" Target="/ppt/notesSlides/notesSlide25.xml" Id="R99d2fb8abb5d4f07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e45384e5904a5e" /><Relationship Type="http://schemas.openxmlformats.org/officeDocument/2006/relationships/notesSlide" Target="/ppt/notesSlides/notesSlide26.xml" Id="Racb0599591f749c3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e98f6786864790" /><Relationship Type="http://schemas.openxmlformats.org/officeDocument/2006/relationships/notesSlide" Target="/ppt/notesSlides/notesSlide27.xml" Id="R1f9bf89ec1d7456a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30a7e4fd8a4c82" /><Relationship Type="http://schemas.openxmlformats.org/officeDocument/2006/relationships/notesSlide" Target="/ppt/notesSlides/notesSlide28.xml" Id="Rea87e22d8a794fcb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b08706856d486f" /><Relationship Type="http://schemas.openxmlformats.org/officeDocument/2006/relationships/notesSlide" Target="/ppt/notesSlides/notesSlide29.xml" Id="Rb90aa9b31ad14993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c36141dff045a5" /><Relationship Type="http://schemas.openxmlformats.org/officeDocument/2006/relationships/notesSlide" Target="/ppt/notesSlides/notesSlide30.xml" Id="R7cede1a6a2f54aeb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f5225f9d2c4b23" /><Relationship Type="http://schemas.openxmlformats.org/officeDocument/2006/relationships/notesSlide" Target="/ppt/notesSlides/notesSlide31.xml" Id="R5423b5e6d4a4486f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98faca98e94c8b" /><Relationship Type="http://schemas.openxmlformats.org/officeDocument/2006/relationships/notesSlide" Target="/ppt/notesSlides/notesSlide32.xml" Id="Rbf96247212b24e1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E9E9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68791CA-22DC-4E20-A4B6-36ED15F6F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7A64"/>
                </a:solidFill>
              </a:defRPr>
            </a:pPr>
            <a:r>
              <a:rPr sz="1125" b="1">
                <a:solidFill>
                  <a:srgbClr val="007A64"/>
                </a:solidFill>
              </a:rPr>
              <a:t>ABOUT ME · STORYBOARD DIRECTIONS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F7EA1A-89C0-4074-B66F-8122A77D0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762000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11111"/>
                </a:solidFill>
              </a:defRPr>
            </a:pPr>
            <a:r>
              <a:rPr sz="4350" b="1">
                <a:solidFill>
                  <a:srgbClr val="111111"/>
                </a:solidFill>
              </a:rPr>
              <a:t>Three ways to move</a:t>
            </a:r>
          </a:p>
          <a:p xmlns:a="http://schemas.openxmlformats.org/drawingml/2006/main">
            <a:pPr algn="l">
              <a:defRPr sz="4350" b="1">
                <a:solidFill>
                  <a:srgbClr val="111111"/>
                </a:solidFill>
              </a:defRPr>
            </a:pPr>
            <a:r>
              <a:rPr sz="4350" b="1">
                <a:solidFill>
                  <a:srgbClr val="111111"/>
                </a:solidFill>
              </a:rPr>
              <a:t>through the same story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3221A4-E94E-4E2D-BC55-7BB1A3BA4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52800"/>
            <a:ext cx="723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777772"/>
                </a:solidFill>
              </a:defRPr>
            </a:pPr>
            <a:r>
              <a:rPr sz="1800" b="1">
                <a:solidFill>
                  <a:srgbClr val="777772"/>
                </a:solidFill>
              </a:rPr>
              <a:t>TRAVERSE  /  INTERCUT  /  TRANSFORM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A4D7F3-EB4D-45DB-8238-19E411075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29100"/>
            <a:ext cx="590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Simple boards. Fixed background. Geist type. One dot language.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9A08C0-A70E-4F06-B797-CB1DE1039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1262" y="3071737"/>
            <a:ext cx="51251" cy="5125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423F84-F4C3-4FA1-86C9-12EB0755B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2780" y="3392806"/>
            <a:ext cx="35103" cy="3510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A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3223B2-A5EF-4920-95E9-FA8D2A08B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9599" y="3540071"/>
            <a:ext cx="29960" cy="29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744594-0287-4E9D-B466-8B090EEDE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4600" y="3431668"/>
            <a:ext cx="38108" cy="381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F1E669-F148-4D32-AB77-42307D579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4899" y="2991311"/>
            <a:ext cx="54575" cy="54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F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2AEB88-2DD7-40AF-9375-26A5D68AD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6289" y="2633526"/>
            <a:ext cx="32063" cy="3206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CC51CE-0397-4AC5-99A9-B9146FBC2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5446" y="2512413"/>
            <a:ext cx="33763" cy="3376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F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AEC13F-115A-430C-9CD5-0D0393E20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5870" y="2690735"/>
            <a:ext cx="47656" cy="476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A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DA042F-EAC4-4288-889C-4C2CD1877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2191" y="3161360"/>
            <a:ext cx="37614" cy="3761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F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5C87A1-57BC-43BB-B6DA-6A14A99F3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1138" y="3622763"/>
            <a:ext cx="38267" cy="3826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F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73B2F6F-F8F2-459B-BADE-D2B169321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9815" y="3838296"/>
            <a:ext cx="62522" cy="6252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A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0F28CED-E319-4C96-886C-151679A59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4686" y="3923095"/>
            <a:ext cx="63655" cy="636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205E3ED-3A5C-4EB0-8CA5-8D2D1F8A8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1558" y="3814646"/>
            <a:ext cx="49478" cy="4947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F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9DE8F40-F3B7-42C6-BB63-F4071CE48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135" y="3387583"/>
            <a:ext cx="41246" cy="4124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68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D7CED6D-777F-46C4-BB8D-18268CEC2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255" y="2916844"/>
            <a:ext cx="38280" cy="382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A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66C0BDC-F612-4050-A645-806878733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2566" y="2535080"/>
            <a:ext cx="61983" cy="6198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D9C9CC2-56E3-4455-8FCC-4CF8C909B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0762" y="2394933"/>
            <a:ext cx="45731" cy="4573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A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70A3BB9-AAC4-43F5-842B-801AB1FC0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4030" y="2264009"/>
            <a:ext cx="58660" cy="586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F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ABC9637-49B4-4DD2-A009-D4CBCDC30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8922" y="2342895"/>
            <a:ext cx="44031" cy="4403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68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D65D386-50F0-46A3-AFD7-085EE5A8D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3711" y="2579658"/>
            <a:ext cx="60258" cy="6025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A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CC7A639-2A29-4DC8-B91E-085C62978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715" y="3139408"/>
            <a:ext cx="62682" cy="6268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68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7ED0790-8C77-417E-B9EA-9D174E48E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8927" y="3483780"/>
            <a:ext cx="55416" cy="5541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A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5C1F1AA-E3F9-4D5A-975E-8D286413B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725" y="3807057"/>
            <a:ext cx="69385" cy="6938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F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E314232-F841-4BC7-A322-15F01A4B3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548" y="4054759"/>
            <a:ext cx="63531" cy="6353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67FF0FB-86AB-4A8D-9257-C7381FEED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4761" y="4034954"/>
            <a:ext cx="76830" cy="7683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F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CB5E17D-552B-4922-8B3D-611C5F7B6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9521" y="4232176"/>
            <a:ext cx="60283" cy="6028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F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5841145-27A7-4369-9912-AB8906FBE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530" y="3930074"/>
            <a:ext cx="70035" cy="700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F9825E1-0570-4C76-8811-292AC9E01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0078" y="3325665"/>
            <a:ext cx="66596" cy="665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DA6D7B3-BD91-45D7-9CEE-D03766676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7550" y="2967019"/>
            <a:ext cx="58235" cy="582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B72B7CD-57F8-4E19-B816-BF3A4AC27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2814" y="2477839"/>
            <a:ext cx="76401" cy="7640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F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B6CE99B-9E99-4529-9225-E5CDBBB29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9136" y="2145227"/>
            <a:ext cx="78286" cy="7828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4D8DD7B-ADBB-4EB8-9855-91936C0E9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0506" y="1912205"/>
            <a:ext cx="50224" cy="502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A9B904E-8F5D-4466-B157-FDC10D863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3149" y="1813819"/>
            <a:ext cx="78411" cy="7841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F9A43C3-174F-4784-9176-B17DFB038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5869" y="2042485"/>
            <a:ext cx="74857" cy="7485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38A5738-625D-46D0-9248-5693E24E6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9753" y="2307666"/>
            <a:ext cx="53766" cy="5376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68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9006E37-31F4-43AE-B310-F10C04391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2637" y="2752544"/>
            <a:ext cx="60473" cy="604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EFF6B96-A072-400D-B0FB-3A6B6CFE5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96517" y="3538873"/>
            <a:ext cx="90007" cy="9000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5E1EBF2-0B9A-4D38-95DD-8978C0FFE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8665" y="3987212"/>
            <a:ext cx="85940" cy="859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61A5F7F-C162-4949-ACBA-19BFB00E3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630" y="4407738"/>
            <a:ext cx="94718" cy="947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60A136F-1E4A-4C7C-B2A8-DC98D02D5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5610" y="4562505"/>
            <a:ext cx="79724" cy="797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F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7675B26-0836-4D6B-8D27-C6C71D0E8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1294" y="4444158"/>
            <a:ext cx="84040" cy="840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270422C-ADA6-4A74-9115-DD402ADD4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5977" y="4336239"/>
            <a:ext cx="94490" cy="944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A8EC3EE-6E38-4E79-BE54-BF08488E2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7077" y="4059429"/>
            <a:ext cx="77718" cy="777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68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1CE7A4E-982B-425D-B8EC-6DA375BAC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3789" y="3850332"/>
            <a:ext cx="94088" cy="9408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A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9BFEAA3-7C84-4090-8F41-F0FB6E8C3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086" y="3400369"/>
            <a:ext cx="88029" cy="8802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2F4DD88-D9F6-4DEA-9FDB-3DA858B42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2087" y="2847590"/>
            <a:ext cx="74997" cy="7499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666A75F-371C-4B02-8823-2F89D19B4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3296" y="2594277"/>
            <a:ext cx="80770" cy="807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10FA978C-7F99-4A16-902D-A8A4F1DF2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2882" y="2242691"/>
            <a:ext cx="81787" cy="8178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C8B3D9B8-F322-47A4-8810-6C7026354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5385" y="1869230"/>
            <a:ext cx="88046" cy="8804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0FC22C4-FF36-47BF-916F-AD8518155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4457" y="1392718"/>
            <a:ext cx="88631" cy="8863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11FF2E01-C433-43D0-AA37-D8D8109B2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1937" y="1690811"/>
            <a:ext cx="72825" cy="72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A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2A6539FF-B15B-4E27-91DB-85F80145B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5719" y="1540466"/>
            <a:ext cx="89774" cy="8977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23F74972-2B1E-472A-9A01-754D9993B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4067" y="1752153"/>
            <a:ext cx="88160" cy="881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3A9CDE2A-119D-4266-ABE6-62FAE8581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095" y="2147077"/>
            <a:ext cx="84634" cy="8463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F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8F310C62-5410-4DD7-A85B-95296CC03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1851" y="2636033"/>
            <a:ext cx="73873" cy="738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A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F97C947C-864B-4ED5-9766-3ADE3A531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404" y="3873394"/>
            <a:ext cx="116987" cy="11698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E710E1F3-CEDF-43D6-B408-EAC2B0FDA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9801" y="4516913"/>
            <a:ext cx="106895" cy="1068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68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41EF8975-64F3-4051-9215-E2F7B2234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8214" y="4740821"/>
            <a:ext cx="104340" cy="1043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94BC99C2-94C1-4E19-A334-5DE88C0CB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9140" y="4573974"/>
            <a:ext cx="123694" cy="12369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A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9A86C0CA-7108-4B77-9A00-A41199427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6925" y="4686357"/>
            <a:ext cx="103271" cy="10327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A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28CA3214-A121-4191-9419-96E1EE88C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2141" y="4427455"/>
            <a:ext cx="112375" cy="1123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2B2A8595-8CB0-42C9-A77D-8E4529BF9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8940" y="4381744"/>
            <a:ext cx="117819" cy="11781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F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C4DCF4DA-3C6B-403C-8F4A-3EA7775BB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3416" y="4033854"/>
            <a:ext cx="101504" cy="1015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A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CE373A0E-1DDE-4BF6-8C42-9A18F452E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1805" y="3672535"/>
            <a:ext cx="99125" cy="99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F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62BA0A30-0781-4914-AC16-983362CD0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5989" y="3441834"/>
            <a:ext cx="108632" cy="1086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2F803040-6AB7-47DA-8033-522EBA599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0748" y="2804632"/>
            <a:ext cx="110013" cy="11001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2860448E-A179-441F-8353-1BB0D2AA2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0184" y="2300584"/>
            <a:ext cx="102178" cy="10217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68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EE507648-8D4E-4AD8-919B-06A9795F9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909" y="2016036"/>
            <a:ext cx="98461" cy="984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E299177E-57CC-4CDD-89E8-E69449235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743" y="1589018"/>
            <a:ext cx="115116" cy="11511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DCAA0BF4-3234-48CA-BDD8-5945AE514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4666" y="1533329"/>
            <a:ext cx="108613" cy="10861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21ED5A68-C349-482E-BB41-904D2E13C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6278" y="1260122"/>
            <a:ext cx="110412" cy="11041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8021BECE-1DCE-44B9-A325-888C82C7D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0047" y="983428"/>
            <a:ext cx="100687" cy="10068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A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3A07B6C3-8685-4D7E-8E03-887C7DDDC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0625" y="1053486"/>
            <a:ext cx="112575" cy="112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AEE9B5BE-FA0A-417A-96B9-EA391E8E2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8863" y="1544001"/>
            <a:ext cx="122698" cy="12269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53534EE8-3C63-4AE9-AD1E-D198C18DB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4822" y="1597604"/>
            <a:ext cx="119526" cy="11952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604C6648-7255-471A-946C-BBB86FC8A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8181" y="4624797"/>
            <a:ext cx="141133" cy="14113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68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243740AD-286C-49E4-91C3-D3341C664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7703" y="4742373"/>
            <a:ext cx="144969" cy="14496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F6A1EFA4-9349-4EFA-A52A-E2605E9A9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8779" y="5148578"/>
            <a:ext cx="155249" cy="15524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68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75AE8477-BCC4-4EBE-BDB1-873147441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8640" y="5381369"/>
            <a:ext cx="140942" cy="14094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2DFED39D-CA55-4BAB-A4AD-14D411EC3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7258" y="5006544"/>
            <a:ext cx="150115" cy="15011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F6B47FEC-1716-45B8-8190-F02108F8D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9788" y="5115535"/>
            <a:ext cx="143238" cy="1432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F1292BE2-7E68-4FC8-A153-84DFC586C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9425" y="4857362"/>
            <a:ext cx="155013" cy="15501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A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DE5A6373-A055-4DA1-A840-501A17041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2850" y="4496218"/>
            <a:ext cx="136887" cy="13688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F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A36CD41E-633B-43A9-B2F8-BC6972B22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1375" y="4163702"/>
            <a:ext cx="153986" cy="15398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BB6B9E17-742D-4891-B71A-1F193A5B4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954" y="3655101"/>
            <a:ext cx="131468" cy="13146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22396B8D-6BB5-4DA8-87E2-847B9CA59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8619" y="3352853"/>
            <a:ext cx="152641" cy="15264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F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0BE53340-2F04-4CED-992D-238BA7FDD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7245" y="2789573"/>
            <a:ext cx="146658" cy="14665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F2DD7949-9858-4080-8F02-04B5A43EA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4590" y="2462081"/>
            <a:ext cx="153875" cy="153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495C7232-E12D-4DE8-B1A3-C0CA36048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8587" y="1975301"/>
            <a:ext cx="135267" cy="13526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5FA6CCBA-A822-44DA-8596-EA41E4782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3922" y="1627509"/>
            <a:ext cx="156810" cy="1568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A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BFCBDFB8-3ADA-4BEB-B79D-CC3B6B0CE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2713" y="1034102"/>
            <a:ext cx="129519" cy="12951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82751233-74A8-4E40-8C13-D9BF28753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8172" y="1142098"/>
            <a:ext cx="133562" cy="13356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F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0E8D0BAF-710D-47F1-A387-B9F0E3440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1490" y="829040"/>
            <a:ext cx="130124" cy="1301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68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410A2D70-56A8-4C91-80C3-611BD09B6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0624" y="1430227"/>
            <a:ext cx="129481" cy="12948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A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EA6CBF2D-0118-407C-9199-A95245447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3377" y="1333430"/>
            <a:ext cx="138211" cy="13821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CD6EEBD1-D89D-4711-92A5-2C4037401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84093" y="1720061"/>
            <a:ext cx="152286" cy="15228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F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A9FFC78A-1745-45AA-B54C-C200A62FA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7813" y="2351723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A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78AE240F-0FFC-4181-A465-D6FD9C572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6393" y="2373860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DDA83D8A-13E3-40B4-A2DC-6107F1C25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4973" y="2387757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AEF777B5-32CF-4C1B-AD43-FC3341B5F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3553" y="2388240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6CA01FE7-D761-419F-BE45-F4A03B77C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2133" y="2375130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D68538AB-606A-45EF-B13A-B600BB51B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0713" y="2353307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A6D1B957-86D8-4204-ACE7-009A229DB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9293" y="233089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3D43EACA-F31C-4ED0-AB9A-22605FE65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7873" y="231623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CAEB159B-EFD3-4C86-AC56-B12647D1F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6453" y="2314785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90D5650F-7F75-4306-91FE-D381E5E6F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5033" y="2327085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80A4D229-9FB4-4494-976F-C9C2DC7F1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3613" y="2348557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4D37EC67-4C2C-4859-A6A8-4AD821D8F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1435" y="2563972"/>
            <a:ext cx="41275" cy="412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ED50D1B9-9123-4D34-B059-88ABF5DBC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4021" y="2595331"/>
            <a:ext cx="41275" cy="412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ADD7CA5C-9CCE-4AE6-8D09-A6AE07761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6606" y="2602464"/>
            <a:ext cx="41275" cy="412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F77387A7-2E24-4457-94A5-DF799D9AE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9192" y="2582716"/>
            <a:ext cx="41275" cy="412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0C89117A-3179-413D-AA1F-0EEEDCCD5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777" y="2543439"/>
            <a:ext cx="41275" cy="412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20F95154-1677-4277-8960-350793712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4363" y="2499251"/>
            <a:ext cx="41275" cy="412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CF452021-1139-4FFB-BA74-EF418505E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6948" y="2466604"/>
            <a:ext cx="41275" cy="412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4F5EF362-E76D-4A2B-A7EA-1FB733949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9534" y="2457648"/>
            <a:ext cx="41275" cy="412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A4773CA0-73CE-41CE-9284-5828CFAFE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2119" y="2475718"/>
            <a:ext cx="41275" cy="412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0F51AA55-2884-4B2B-801D-231733553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4704" y="2514087"/>
            <a:ext cx="41275" cy="412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C504C6E5-8564-4AE4-A2B5-D1E4EFDA6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290" y="2558473"/>
            <a:ext cx="41275" cy="412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5BCCE2AA-27ED-44B2-924C-73AF14060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058" y="2968809"/>
            <a:ext cx="53975" cy="539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42964242-699F-44D6-B517-30132DC52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1649" y="2988322"/>
            <a:ext cx="53975" cy="539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A1208387-7B49-4C4A-8A22-098B8F1B8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8240" y="2967654"/>
            <a:ext cx="53975" cy="539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B7267EBF-2478-4643-9FD0-AC5559511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4831" y="2914497"/>
            <a:ext cx="53975" cy="539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FC921B39-CBE1-471A-A25F-CDBF2796D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1422" y="2848640"/>
            <a:ext cx="53975" cy="539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7BCE0079-0C9B-44FE-B3B9-42428F3B5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8013" y="2794596"/>
            <a:ext cx="53975" cy="539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9236E3D4-EDF8-4146-BDF8-0064DF2E0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4604" y="2772483"/>
            <a:ext cx="53975" cy="539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79DE0669-1895-4363-B11D-11EBE3C2B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1195" y="2790534"/>
            <a:ext cx="53975" cy="539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AF80C91E-1CF6-41FE-AFDC-4071E241A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7786" y="2842027"/>
            <a:ext cx="53975" cy="539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C098E0FE-92DF-40C3-85D4-6E4B32036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4377" y="2907796"/>
            <a:ext cx="53975" cy="539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3CE67058-F859-4437-BD0B-E5CDF6326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0968" y="2963359"/>
            <a:ext cx="53975" cy="539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A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8674487D-DC23-43A0-B0AE-891F569AA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8680" y="3489227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944709AD-B313-4343-87BF-5B439C53A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9277" y="3473689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2656B8A9-497F-40A3-BE70-C611D98F0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9873" y="341120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BDFC10CB-54E2-4828-BAA2-0A48299E7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0470" y="3325034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15A3D7DE-685D-4293-B90D-FB79C60C3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1066" y="3247253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E3320CF6-1380-42CC-A6CF-02BCF1043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1663" y="320681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825E857E-4F2B-410D-A772-CF9800137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2259" y="3218773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65D43CE2-2770-4E86-9A90-14C3293DB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2856" y="327867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C460A548-00FE-447E-9982-64FB31F2B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3452" y="3364224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5848F1C9-2195-4F0E-9F2F-C9E6A0FF9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4049" y="3443574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A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74D95B64-C3E8-4872-BD37-478210AA6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4645" y="3487189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9D0BD93E-C600-44A2-A861-FB4D0CA58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2303" y="4078570"/>
            <a:ext cx="79375" cy="793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61510DB3-1F13-4A7A-BB02-B9FCD30D0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6905" y="4012128"/>
            <a:ext cx="79375" cy="793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0A7AF8D0-B0DD-4B1D-8583-68DC3BDD2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1507" y="3908228"/>
            <a:ext cx="79375" cy="793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09E6C4B3-DD85-433E-9D6A-352DE7021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6109" y="3805547"/>
            <a:ext cx="79375" cy="793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6C0DF791-6F53-427D-8773-D18F34352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0711" y="3742306"/>
            <a:ext cx="79375" cy="793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363CAF60-6B18-46A9-A86E-B73BD630A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5313" y="3742047"/>
            <a:ext cx="79375" cy="793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D224DD18-E4DB-44DF-B732-B50E44636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9915" y="3804866"/>
            <a:ext cx="79375" cy="793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C0F75C09-605F-437E-8F0A-EA668E972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4517" y="3907379"/>
            <a:ext cx="79375" cy="793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7999E03F-BBC2-4A7D-AD88-4FDBCE066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9118" y="4011426"/>
            <a:ext cx="79375" cy="793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A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0F7EF6E4-C628-465D-B616-40F94F656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3721" y="4078277"/>
            <a:ext cx="79375" cy="793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03B84F6E-E041-4E26-B7BE-1B57BEACA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8323" y="4083047"/>
            <a:ext cx="79375" cy="793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40B70972-8B39-446A-9D9B-B4C50F380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5925" y="4703870"/>
            <a:ext cx="92075" cy="920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0E1CF6F5-A0FC-4BFF-AFF2-309A8EF2D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532" y="4585984"/>
            <a:ext cx="92075" cy="920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9DFD1B87-7E79-4E3B-B2B8-E771F4915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3140" y="4458494"/>
            <a:ext cx="92075" cy="920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9" name="">
            <a:extLst xmlns:a="http://schemas.openxmlformats.org/drawingml/2006/main">
              <a:ext uri="{FF2B5EF4-FFF2-40B4-BE49-F238E27FC236}">
                <a16:creationId xmlns:a16="http://schemas.microsoft.com/office/drawing/2014/main" id="{C31C12E1-43E4-49D9-8143-12FFD91DE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1748" y="4368856"/>
            <a:ext cx="92075" cy="920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6AC16053-B5F3-4F74-B340-8DC96C464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0355" y="4350438"/>
            <a:ext cx="92075" cy="920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1" name="">
            <a:extLst xmlns:a="http://schemas.openxmlformats.org/drawingml/2006/main">
              <a:ext uri="{FF2B5EF4-FFF2-40B4-BE49-F238E27FC236}">
                <a16:creationId xmlns:a16="http://schemas.microsoft.com/office/drawing/2014/main" id="{E850274D-6D37-4036-AA45-838E156E7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8963" y="4410096"/>
            <a:ext cx="92075" cy="920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2" name="">
            <a:extLst xmlns:a="http://schemas.openxmlformats.org/drawingml/2006/main">
              <a:ext uri="{FF2B5EF4-FFF2-40B4-BE49-F238E27FC236}">
                <a16:creationId xmlns:a16="http://schemas.microsoft.com/office/drawing/2014/main" id="{FF13F708-8E5B-4E29-9BA2-FCA6B3E83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7570" y="4525622"/>
            <a:ext cx="92075" cy="920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9841E87F-717A-4EE5-B1E4-82459EA96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6178" y="4654013"/>
            <a:ext cx="92075" cy="920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A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4" name="">
            <a:extLst xmlns:a="http://schemas.openxmlformats.org/drawingml/2006/main">
              <a:ext uri="{FF2B5EF4-FFF2-40B4-BE49-F238E27FC236}">
                <a16:creationId xmlns:a16="http://schemas.microsoft.com/office/drawing/2014/main" id="{A44FA94C-58A4-4C09-B368-880916C70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785" y="4747476"/>
            <a:ext cx="92075" cy="920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5" name="">
            <a:extLst xmlns:a="http://schemas.openxmlformats.org/drawingml/2006/main">
              <a:ext uri="{FF2B5EF4-FFF2-40B4-BE49-F238E27FC236}">
                <a16:creationId xmlns:a16="http://schemas.microsoft.com/office/drawing/2014/main" id="{BA08035F-132F-40A2-BCC5-FA1792155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3393" y="4771220"/>
            <a:ext cx="92075" cy="920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6" name="">
            <a:extLst xmlns:a="http://schemas.openxmlformats.org/drawingml/2006/main">
              <a:ext uri="{FF2B5EF4-FFF2-40B4-BE49-F238E27FC236}">
                <a16:creationId xmlns:a16="http://schemas.microsoft.com/office/drawing/2014/main" id="{33171A92-6631-4CD6-A177-0BAB38420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2000" y="4716407"/>
            <a:ext cx="92075" cy="920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7" name="">
            <a:extLst xmlns:a="http://schemas.openxmlformats.org/drawingml/2006/main">
              <a:ext uri="{FF2B5EF4-FFF2-40B4-BE49-F238E27FC236}">
                <a16:creationId xmlns:a16="http://schemas.microsoft.com/office/drawing/2014/main" id="{25FB26EB-0D82-46D0-B17D-750580FF0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9548" y="534947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8" name="">
            <a:extLst xmlns:a="http://schemas.openxmlformats.org/drawingml/2006/main">
              <a:ext uri="{FF2B5EF4-FFF2-40B4-BE49-F238E27FC236}">
                <a16:creationId xmlns:a16="http://schemas.microsoft.com/office/drawing/2014/main" id="{CDDF19BA-788D-4138-8422-F9702370A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2160" y="5198551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9" name="">
            <a:extLst xmlns:a="http://schemas.openxmlformats.org/drawingml/2006/main">
              <a:ext uri="{FF2B5EF4-FFF2-40B4-BE49-F238E27FC236}">
                <a16:creationId xmlns:a16="http://schemas.microsoft.com/office/drawing/2014/main" id="{FB04E7C5-6B96-4B08-9EDC-B1332FF8D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4774" y="507997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0" name="">
            <a:extLst xmlns:a="http://schemas.openxmlformats.org/drawingml/2006/main">
              <a:ext uri="{FF2B5EF4-FFF2-40B4-BE49-F238E27FC236}">
                <a16:creationId xmlns:a16="http://schemas.microsoft.com/office/drawing/2014/main" id="{79EABA76-B6E6-4F5B-AEA6-122A3885B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7387" y="5037867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1" name="">
            <a:extLst xmlns:a="http://schemas.openxmlformats.org/drawingml/2006/main">
              <a:ext uri="{FF2B5EF4-FFF2-40B4-BE49-F238E27FC236}">
                <a16:creationId xmlns:a16="http://schemas.microsoft.com/office/drawing/2014/main" id="{81D097D7-753C-4CAE-83D6-BD15B94D5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0000" y="508791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2" name="">
            <a:extLst xmlns:a="http://schemas.openxmlformats.org/drawingml/2006/main">
              <a:ext uri="{FF2B5EF4-FFF2-40B4-BE49-F238E27FC236}">
                <a16:creationId xmlns:a16="http://schemas.microsoft.com/office/drawing/2014/main" id="{10464788-2C41-4F6A-93B2-5C436DE62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2613" y="5211484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3" name="">
            <a:extLst xmlns:a="http://schemas.openxmlformats.org/drawingml/2006/main">
              <a:ext uri="{FF2B5EF4-FFF2-40B4-BE49-F238E27FC236}">
                <a16:creationId xmlns:a16="http://schemas.microsoft.com/office/drawing/2014/main" id="{88EA37FE-5818-46A4-A38D-2E41725D5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5226" y="5362576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A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4" name="">
            <a:extLst xmlns:a="http://schemas.openxmlformats.org/drawingml/2006/main">
              <a:ext uri="{FF2B5EF4-FFF2-40B4-BE49-F238E27FC236}">
                <a16:creationId xmlns:a16="http://schemas.microsoft.com/office/drawing/2014/main" id="{661D9D7F-CB79-4A3B-A87C-CF4FBC52E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7839" y="5484948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5" name="">
            <a:extLst xmlns:a="http://schemas.openxmlformats.org/drawingml/2006/main">
              <a:ext uri="{FF2B5EF4-FFF2-40B4-BE49-F238E27FC236}">
                <a16:creationId xmlns:a16="http://schemas.microsoft.com/office/drawing/2014/main" id="{BC558190-0FE1-41F2-ACCC-DC51BC329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0452" y="5533048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6" name="">
            <a:extLst xmlns:a="http://schemas.openxmlformats.org/drawingml/2006/main">
              <a:ext uri="{FF2B5EF4-FFF2-40B4-BE49-F238E27FC236}">
                <a16:creationId xmlns:a16="http://schemas.microsoft.com/office/drawing/2014/main" id="{163B36FD-55FA-444D-B2DF-B8607AD65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3064" y="5488972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7" name="">
            <a:extLst xmlns:a="http://schemas.openxmlformats.org/drawingml/2006/main">
              <a:ext uri="{FF2B5EF4-FFF2-40B4-BE49-F238E27FC236}">
                <a16:creationId xmlns:a16="http://schemas.microsoft.com/office/drawing/2014/main" id="{FE335AF9-6FEA-4DB3-99F1-F72272198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5678" y="5369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0650138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E9E9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02C1F0A-1AC9-476A-9BBD-BEBEF070D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6250"/>
            <a:ext cx="323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The voice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F98BFB-ED9D-43A4-B2B1-0E137EFCD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858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111"/>
                </a:solidFill>
              </a:defRPr>
            </a:pPr>
            <a:r>
              <a:rPr sz="2250" b="1">
                <a:solidFill>
                  <a:srgbClr val="111111"/>
                </a:solidFill>
              </a:rPr>
              <a:t>A clear point of view, stated plainly, then earned through evidence.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BD5575-D7AE-4BA3-801E-F96C65DB8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57400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968C7"/>
                </a:solidFill>
              </a:defRPr>
            </a:pPr>
            <a:r>
              <a:rPr sz="1200" b="1">
                <a:solidFill>
                  <a:srgbClr val="0968C7"/>
                </a:solidFill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2499EF-D121-4B65-982E-4A9AB587C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057400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START WITH THE WORK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84508E-1316-49BF-AFCC-0CC1DE544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419350"/>
            <a:ext cx="447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777772"/>
                </a:solidFill>
              </a:defRPr>
            </a:pPr>
            <a:r>
              <a:rPr sz="1275" b="0">
                <a:solidFill>
                  <a:srgbClr val="777772"/>
                </a:solidFill>
              </a:rPr>
              <a:t>The first-person voice arrives only when origin or responsibility matters.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1C842C-05F2-40B4-9E6C-82AC5978B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57400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968C7"/>
                </a:solidFill>
              </a:defRPr>
            </a:pPr>
            <a:r>
              <a:rPr sz="1200" b="1">
                <a:solidFill>
                  <a:srgbClr val="0968C7"/>
                </a:solidFill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6135FF-D1E9-4999-9085-725359E4B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057400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STATE THE POINT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9529E6-2A32-46B6-AD04-374602DA6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419350"/>
            <a:ext cx="447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777772"/>
                </a:solidFill>
              </a:defRPr>
            </a:pPr>
            <a:r>
              <a:rPr sz="1275" b="0">
                <a:solidFill>
                  <a:srgbClr val="777772"/>
                </a:solidFill>
              </a:rPr>
              <a:t>Remove ‘I think’, ‘I believe’ and other throat-clearing.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F01C9E-DE23-4FFD-9C61-6EF6D4D2D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09950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7A64"/>
                </a:solidFill>
              </a:defRPr>
            </a:pPr>
            <a:r>
              <a:rPr sz="1200" b="1">
                <a:solidFill>
                  <a:srgbClr val="007A64"/>
                </a:solidFill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C43E62-8B9F-415B-A6A4-CAD83E269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409950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MAKE TENSION CONCRETE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D7B7A9-6F3B-4742-ACDD-C1E19F6AD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71900"/>
            <a:ext cx="447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777772"/>
                </a:solidFill>
              </a:defRPr>
            </a:pPr>
            <a:r>
              <a:rPr sz="1275" b="0">
                <a:solidFill>
                  <a:srgbClr val="777772"/>
                </a:solidFill>
              </a:rPr>
              <a:t>Use screens, systems, constraints, movement and interactions—not vague universals.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7F0A28-22DC-47C8-A997-22E053A23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409950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7A64"/>
                </a:solidFill>
              </a:defRPr>
            </a:pPr>
            <a:r>
              <a:rPr sz="1200" b="1">
                <a:solidFill>
                  <a:srgbClr val="007A64"/>
                </a:solidFill>
              </a:rPr>
              <a:t>04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AEDB3A-CC9A-4C53-AD60-148738287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409950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FOLLOW CLAIMS WITH PROOF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1406B2-ABCF-451B-A53B-38CD0F959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771900"/>
            <a:ext cx="447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777772"/>
                </a:solidFill>
              </a:defRPr>
            </a:pPr>
            <a:r>
              <a:rPr sz="1275" b="0">
                <a:solidFill>
                  <a:srgbClr val="777772"/>
                </a:solidFill>
              </a:rPr>
              <a:t>Name the method, discipline, client or consequence.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F2ED19F-5301-4B24-8C9F-0885CA8F3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62500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A00"/>
                </a:solidFill>
              </a:defRPr>
            </a:pPr>
            <a:r>
              <a:rPr sz="1200" b="1">
                <a:solidFill>
                  <a:srgbClr val="F59A00"/>
                </a:solidFill>
              </a:rPr>
              <a:t>05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96570FD-2F40-4A06-9C03-CF4A449EB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762500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WRITE FOR THE EAR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528BA6E-8755-4EBC-9288-085563414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124450"/>
            <a:ext cx="447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777772"/>
                </a:solidFill>
              </a:defRPr>
            </a:pPr>
            <a:r>
              <a:rPr sz="1275" b="0">
                <a:solidFill>
                  <a:srgbClr val="777772"/>
                </a:solidFill>
              </a:rPr>
              <a:t>Spatial statements are short. Prose remains natural when read aloud.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02EC306-59F3-4B9F-BB2A-57D69F248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762500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A00"/>
                </a:solidFill>
              </a:defRPr>
            </a:pPr>
            <a:r>
              <a:rPr sz="1200" b="1">
                <a:solidFill>
                  <a:srgbClr val="F59A00"/>
                </a:solidFill>
              </a:rPr>
              <a:t>06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C05EDC3-5163-41B9-BD9A-C63904096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762500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LEAVE THE SUBJECT OPEN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420E366-F5C9-406B-9A29-61FD063A3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5124450"/>
            <a:ext cx="447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777772"/>
                </a:solidFill>
              </a:defRPr>
            </a:pPr>
            <a:r>
              <a:rPr sz="1275" b="0">
                <a:solidFill>
                  <a:srgbClr val="777772"/>
                </a:solidFill>
              </a:rPr>
              <a:t>End with curiosity and direction, not mastery.</a:t>
            </a:r>
          </a:p>
        </p:txBody>
      </p:sp>
    </p:spTree>
    <p:extLst>
      <p:ext uri="{BB962C8B-B14F-4D97-AF65-F5344CB8AC3E}">
        <p14:creationId xmlns:p14="http://schemas.microsoft.com/office/powerpoint/2010/main" val="115920279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E9E9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1825DB4-CD10-48AD-8137-29E9DAC1F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666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Refined story · 186 words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C587DC-C13A-424F-8E41-D6335CEE4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95400"/>
            <a:ext cx="3295650" cy="462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Digital experiences are often asked to make complicated things feel simple. But simple can become flat.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Clarity should make complexity understandable without removing what makes it human: context, character, movement and surprise.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I learned that first through graphic design. Type, image and rhythm can turn noise into meaning without erasing its energy.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A04333-BE60-4F70-B45B-3115351F8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295400"/>
            <a:ext cx="3295650" cy="462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That led me into products and services, where the same principle has to work at a larger scale: across users, systems, constraints and decisions.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Today I work across product design, experience design, art direction, motion, 3D and creative engineering. For organisations including the American Heart Association, S&amp;P Global, Bentley, Yoti and SunExpress, the task has often been similar: find the structure, make it usable, then give it character.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AE2F9F-A388-4509-91DF-568351AD7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295400"/>
            <a:ext cx="3295650" cy="462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Because structure is only the beginning. A perfect grid can still feel lifeless.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Prototypes let me test what brings it back: how an interaction responds, how motion guides attention, how a system holds together, and how a brand feels when someone actually uses 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I want to keep making digital experiences with depth, clarity and a pulse. Experiences that make sense—and still leave room for curiosity.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2F779E-F359-41DD-BA9F-EC402A6DA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1295400"/>
            <a:ext cx="9525" cy="4629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DBDB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4CE4BE-F5D5-4902-B92A-7EDF427EC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295400"/>
            <a:ext cx="9525" cy="4629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DBDB8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47519148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E9E9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228188C-2934-43A9-9F4F-B095D7FD7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1000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The copy stays fixed. The orchestration changes.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FF72F5-7DEA-4DB3-BD54-952497EC3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00200"/>
            <a:ext cx="3371850" cy="3581400"/>
          </a:xfrm>
          <a:prstGeom xmlns:a="http://schemas.openxmlformats.org/drawingml/2006/main" prst="roundRect">
            <a:avLst>
              <a:gd name="adj" fmla="val 3390"/>
            </a:avLst>
          </a:prstGeom>
          <a:solidFill xmlns:a="http://schemas.openxmlformats.org/drawingml/2006/main">
            <a:srgbClr val="F4F4F1"/>
          </a:solidFill>
          <a:ln xmlns:a="http://schemas.openxmlformats.org/drawingml/2006/main" w="9525">
            <a:solidFill>
              <a:srgbClr val="BDBDB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171410-7EDF-4E5B-94C1-74448149A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4785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968C7"/>
                </a:solidFill>
              </a:defRPr>
            </a:pPr>
            <a:r>
              <a:rPr sz="1275" b="1">
                <a:solidFill>
                  <a:srgbClr val="0968C7"/>
                </a:solidFill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32829A-ACC0-4CF0-A90F-41A12A899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81250"/>
            <a:ext cx="2876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11111"/>
                </a:solidFill>
              </a:defRPr>
            </a:pPr>
            <a:r>
              <a:rPr sz="2475" b="1">
                <a:solidFill>
                  <a:srgbClr val="111111"/>
                </a:solidFill>
              </a:rPr>
              <a:t>TRAVERSE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FEA888-306F-4975-9774-01BF656F4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05150"/>
            <a:ext cx="28765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The camera travels continuously through cloud, prose pause, grid and wave.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B83BC5-F102-4D6A-B246-89CA34613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76750"/>
            <a:ext cx="2876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777772"/>
                </a:solidFill>
              </a:defRPr>
            </a:pPr>
            <a:r>
              <a:rPr sz="1125" b="1">
                <a:solidFill>
                  <a:srgbClr val="777772"/>
                </a:solidFill>
              </a:rPr>
              <a:t>Most cinematic · strongest sense of journey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1F3449-3BB8-4EFF-ADE9-98BAC18DD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600200"/>
            <a:ext cx="3371850" cy="3581400"/>
          </a:xfrm>
          <a:prstGeom xmlns:a="http://schemas.openxmlformats.org/drawingml/2006/main" prst="roundRect">
            <a:avLst>
              <a:gd name="adj" fmla="val 3390"/>
            </a:avLst>
          </a:prstGeom>
          <a:solidFill xmlns:a="http://schemas.openxmlformats.org/drawingml/2006/main">
            <a:srgbClr val="F4F4F1"/>
          </a:solidFill>
          <a:ln xmlns:a="http://schemas.openxmlformats.org/drawingml/2006/main" w="9525">
            <a:solidFill>
              <a:srgbClr val="BDBDB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9A6276-A6F4-4F06-A972-6626CE15D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184785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7A64"/>
                </a:solidFill>
              </a:defRPr>
            </a:pPr>
            <a:r>
              <a:rPr sz="1275" b="1">
                <a:solidFill>
                  <a:srgbClr val="007A64"/>
                </a:solidFill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5931D9-6F84-418F-AC35-D8A2AF37A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381250"/>
            <a:ext cx="2876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11111"/>
                </a:solidFill>
              </a:defRPr>
            </a:pPr>
            <a:r>
              <a:rPr sz="2475" b="1">
                <a:solidFill>
                  <a:srgbClr val="111111"/>
                </a:solidFill>
              </a:rPr>
              <a:t>INTERCUT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DBC912-1798-43C4-8578-7C77FC387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105150"/>
            <a:ext cx="28765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Spatial sequences alternate with full editorial surfaces and embedded animations.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AA78F8-9068-4739-A5E0-D0B87744F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476750"/>
            <a:ext cx="2876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777772"/>
                </a:solidFill>
              </a:defRPr>
            </a:pPr>
            <a:r>
              <a:rPr sz="1125" b="1">
                <a:solidFill>
                  <a:srgbClr val="777772"/>
                </a:solidFill>
              </a:rPr>
              <a:t>Most readable · strongest content rhythm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B5E46B-1148-418C-9863-EC17508E7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600200"/>
            <a:ext cx="3371850" cy="3581400"/>
          </a:xfrm>
          <a:prstGeom xmlns:a="http://schemas.openxmlformats.org/drawingml/2006/main" prst="roundRect">
            <a:avLst>
              <a:gd name="adj" fmla="val 3390"/>
            </a:avLst>
          </a:prstGeom>
          <a:solidFill xmlns:a="http://schemas.openxmlformats.org/drawingml/2006/main">
            <a:srgbClr val="F4F4F1"/>
          </a:solidFill>
          <a:ln xmlns:a="http://schemas.openxmlformats.org/drawingml/2006/main" w="9525">
            <a:solidFill>
              <a:srgbClr val="BDBDB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28D407-D970-4C32-A8A9-93E8BA37A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84785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59A00"/>
                </a:solidFill>
              </a:defRPr>
            </a:pPr>
            <a:r>
              <a:rPr sz="1275" b="1">
                <a:solidFill>
                  <a:srgbClr val="F59A00"/>
                </a:solidFill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E9FB2DB-F74B-4E9A-86CA-EA89A398C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381250"/>
            <a:ext cx="2876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11111"/>
                </a:solidFill>
              </a:defRPr>
            </a:pPr>
            <a:r>
              <a:rPr sz="2475" b="1">
                <a:solidFill>
                  <a:srgbClr val="111111"/>
                </a:solidFill>
              </a:rPr>
              <a:t>TRANSFORM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6487E45-5C14-4A2A-86C9-42832507A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105150"/>
            <a:ext cx="28765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One dot field changes state continuously; the world moves more than the camera.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140A43-4679-4B90-8E7A-5E0D355B2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476750"/>
            <a:ext cx="2876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777772"/>
                </a:solidFill>
              </a:defRPr>
            </a:pPr>
            <a:r>
              <a:rPr sz="1125" b="1">
                <a:solidFill>
                  <a:srgbClr val="777772"/>
                </a:solidFill>
              </a:rPr>
              <a:t>Most abstract · strongest material logic</a:t>
            </a:r>
          </a:p>
        </p:txBody>
      </p:sp>
    </p:spTree>
    <p:extLst>
      <p:ext uri="{BB962C8B-B14F-4D97-AF65-F5344CB8AC3E}">
        <p14:creationId xmlns:p14="http://schemas.microsoft.com/office/powerpoint/2010/main" val="33645148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E9E9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5049352-A98D-4867-BB8D-A447CF8BA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"/>
            <a:ext cx="323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968C7"/>
                </a:solidFill>
              </a:defRPr>
            </a:pPr>
            <a:r>
              <a:rPr sz="1200" b="1">
                <a:solidFill>
                  <a:srgbClr val="0968C7"/>
                </a:solidFill>
              </a:rPr>
              <a:t>DIRECTION 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D43F83-9A5D-4C1D-80C1-8BBAEFF5E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14450"/>
            <a:ext cx="7620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111111"/>
                </a:solidFill>
              </a:defRPr>
            </a:pPr>
            <a:r>
              <a:rPr sz="4800" b="1">
                <a:solidFill>
                  <a:srgbClr val="111111"/>
                </a:solidFill>
              </a:rPr>
              <a:t>TRAVERSE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0CE69A-C89F-47FB-8D5A-896FFF566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95550"/>
            <a:ext cx="8667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11111"/>
                </a:solidFill>
              </a:defRPr>
            </a:pPr>
            <a:r>
              <a:rPr sz="2250" b="0">
                <a:solidFill>
                  <a:srgbClr val="111111"/>
                </a:solidFill>
              </a:rPr>
              <a:t>The reader and the type move through the same spatial journey.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2DDAAD-0FAE-4622-BB1D-AA67CDFAD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4820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777772"/>
                </a:solidFill>
              </a:defRPr>
            </a:pPr>
            <a:r>
              <a:rPr sz="1575" b="1">
                <a:solidFill>
                  <a:srgbClr val="777772"/>
                </a:solidFill>
              </a:rPr>
              <a:t>Continuous camera · cinematic depth · strongest sense of entering and emerging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91B65F-5E93-4C73-8C9D-BD98C2A50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9121" y="3438334"/>
            <a:ext cx="157121" cy="15712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536B89-4351-421E-9506-0C0C3B4D0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0838" y="3563630"/>
            <a:ext cx="140817" cy="14081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CF1FD0-C15B-4586-99B9-4539893C4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7672" y="3477984"/>
            <a:ext cx="138285" cy="13828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F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C332EA-32C8-464E-8934-B36E353D9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5649" y="1282296"/>
            <a:ext cx="136268" cy="13626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68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EC659F-E45E-48E2-9BEC-C5D7AF448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3291" y="1268770"/>
            <a:ext cx="133948" cy="1339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CE8655-F32D-4629-A346-FFD394213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8342" y="1220623"/>
            <a:ext cx="155926" cy="15592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EC7E9F-B31D-4823-A77C-64FAE4C75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2339" y="1176835"/>
            <a:ext cx="156270" cy="1562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90900581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E9E9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EBF9F53-3FA7-483A-938A-00188BCBC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00050"/>
            <a:ext cx="8782050" cy="6057900"/>
          </a:xfrm>
          <a:prstGeom xmlns:a="http://schemas.openxmlformats.org/drawingml/2006/main" prst="roundRect">
            <a:avLst>
              <a:gd name="adj" fmla="val 2516"/>
            </a:avLst>
          </a:prstGeom>
          <a:solidFill xmlns:a="http://schemas.openxmlformats.org/drawingml/2006/main">
            <a:srgbClr val="E9E9E9"/>
          </a:solidFill>
          <a:ln xmlns:a="http://schemas.openxmlformats.org/drawingml/2006/main" w="9525">
            <a:solidFill>
              <a:srgbClr val="BDBDB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1AC0D8-FDC6-476E-8A15-350FB7A9A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66750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77772"/>
                </a:solidFill>
              </a:defRPr>
            </a:pPr>
            <a:r>
              <a:rPr sz="825" b="1">
                <a:solidFill>
                  <a:srgbClr val="777772"/>
                </a:solidFill>
              </a:rPr>
              <a:t>ABOUT ME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BA6CC9-F3B2-4D32-BBB4-85EE0E640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45720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968C7"/>
                </a:solidFill>
              </a:defRPr>
            </a:pPr>
            <a:r>
              <a:rPr sz="900" b="1">
                <a:solidFill>
                  <a:srgbClr val="0968C7"/>
                </a:solidFill>
              </a:rPr>
              <a:t>TRAVERSE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6D54FD-EECE-461F-8562-55A182217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7810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01 / 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EE69CC-BD29-4644-9E63-DB41EA728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1333500"/>
            <a:ext cx="23622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Entry promise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3B3E37-CB6C-4217-B4DE-7140ACC69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400300"/>
            <a:ext cx="23622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77772"/>
                </a:solidFill>
              </a:defRPr>
            </a:pPr>
            <a:r>
              <a:rPr sz="1125" b="0">
                <a:solidFill>
                  <a:srgbClr val="777772"/>
                </a:solidFill>
              </a:rPr>
              <a:t>The page announces a short scroll story and places the cloud in the distance.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E3A95A-CCD4-4C4C-83F1-C3BEF4767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60007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968C7"/>
                </a:solidFill>
              </a:defRPr>
            </a:pPr>
            <a:r>
              <a:rPr sz="825" b="1">
                <a:solidFill>
                  <a:srgbClr val="0968C7"/>
                </a:solidFill>
              </a:rPr>
              <a:t>SCROLL ↓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EF6448-2BAA-4D4A-99BA-4662C430A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5718" y="2665549"/>
            <a:ext cx="49584" cy="4958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68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6EFF22-3349-4DBF-9A6E-F65B297D6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1789" y="2877824"/>
            <a:ext cx="41030" cy="4103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DBF0F9-374D-4D9E-A65C-7DE35AB75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5394" y="2949796"/>
            <a:ext cx="51252" cy="512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21D0E3-AFE7-4B46-9777-6D6C37073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1386" y="2815007"/>
            <a:ext cx="28545" cy="2854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C5DE1E-F113-4442-833F-C9DCF1394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0797" y="2638330"/>
            <a:ext cx="46484" cy="4648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E5D603-7E2F-44D0-B8D1-CC38C2320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5217" y="2449283"/>
            <a:ext cx="33393" cy="3339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68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1087BE-F6D9-45BE-8360-3F278F6A5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5450" y="2329981"/>
            <a:ext cx="29917" cy="2991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1D60FB-0565-47F0-B4DF-349388624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9217" y="2433400"/>
            <a:ext cx="33962" cy="3396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D554C9-078D-4975-B087-B3A015F4C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4014" y="2685465"/>
            <a:ext cx="51181" cy="5118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934EEE8-9071-4BC2-A0A2-85B1AC4B3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4424" y="2856420"/>
            <a:ext cx="57966" cy="5796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33E0E6A-CE1D-49E2-9779-6530D7B32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5363" y="3070487"/>
            <a:ext cx="60148" cy="601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F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42EF48E-C3A8-4359-BA4E-6C730D739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4478" y="3092393"/>
            <a:ext cx="46449" cy="4644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68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D47035A-5D2E-45EA-9896-D183793F8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8463" y="3043230"/>
            <a:ext cx="62738" cy="627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F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0A7D958-606D-4284-AEE0-06113ABEA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4477" y="2836071"/>
            <a:ext cx="56918" cy="569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F54A219-70F6-4B57-9E85-037F0F2F9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5335" y="2644265"/>
            <a:ext cx="41177" cy="4117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A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EED8C3D-AB0E-4831-9AD6-31E319A94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055" y="2370262"/>
            <a:ext cx="59480" cy="594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AD597BC-E874-4C3C-B1DD-980D238A8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4164" y="2226419"/>
            <a:ext cx="55429" cy="5542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68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A276123-0053-4A92-A37C-33CEEE101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875" y="2209153"/>
            <a:ext cx="57023" cy="5702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F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F785C23-4CA6-4680-9BA0-F422DC2C5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214" y="2246076"/>
            <a:ext cx="44791" cy="4479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A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7DEC242-E3AB-4112-AB5F-C98A1F8F6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6148" y="2404070"/>
            <a:ext cx="48439" cy="4843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7D7ED46-2209-47FC-A216-A97FAFBEE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2193" y="2641977"/>
            <a:ext cx="67307" cy="6730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C0DAB88-B537-41CE-A069-7D6CD4025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9776" y="2886349"/>
            <a:ext cx="58192" cy="5819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B2FB5A1-89C1-492C-AB20-4ADBD2285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7582" y="3088942"/>
            <a:ext cx="61008" cy="610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9CC3B5B-8BB0-43A1-8199-68BBC6061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8384" y="3178257"/>
            <a:ext cx="59186" cy="5918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68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C101704-E9D0-4C30-B0D3-58EA2E68F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7572" y="3222335"/>
            <a:ext cx="59648" cy="596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E7AE899-B77A-4253-AD3A-BC821845A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6807" y="3155449"/>
            <a:ext cx="64376" cy="6437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68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D453037-DEE2-4EDA-B2C7-47E170C47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1838" y="3092862"/>
            <a:ext cx="57532" cy="575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C24B222-D9A2-41B8-A520-81F943EF8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8602" y="2808119"/>
            <a:ext cx="67499" cy="6749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F85431E-C64C-4D02-8363-9341E84AC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72" y="2568881"/>
            <a:ext cx="56050" cy="56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5564E92-49D5-4B9F-9225-FB2E853FD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7912" y="2345495"/>
            <a:ext cx="51211" cy="5121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17F7EE3-1A2F-4667-84C1-AE0BDC426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6799" y="2127489"/>
            <a:ext cx="61717" cy="6171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68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780D462-1619-4868-95D8-F20AAB81E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9766" y="2122552"/>
            <a:ext cx="61029" cy="6102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A2FA630-BB8C-4206-A9FF-B199BACA3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0539" y="2032150"/>
            <a:ext cx="50295" cy="502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FEE70C8-23AB-4B9D-8366-145D30331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4440" y="2077051"/>
            <a:ext cx="73905" cy="7390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D09230F-6F1A-4C42-A152-81E2EB698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7540" y="2237793"/>
            <a:ext cx="68419" cy="6841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4A09142-C007-4644-9892-C4BC59A8D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2277" y="2449252"/>
            <a:ext cx="61455" cy="614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68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22C030A-509E-4D6E-A7A2-0254F6F92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2956" y="2653172"/>
            <a:ext cx="93068" cy="9306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3E64D92-4A45-4877-AB77-7C496FF4A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7109" y="2864693"/>
            <a:ext cx="96784" cy="9678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1518188-4822-463A-A33B-0B31E5FB2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1698" y="3095609"/>
            <a:ext cx="98142" cy="9814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68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B6AB46E-3629-47EB-ABD7-52B93AF76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9155" y="3351704"/>
            <a:ext cx="96909" cy="9690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80B25DB-A34A-4E1A-8039-6EDB8CE81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5907" y="3331938"/>
            <a:ext cx="90804" cy="908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F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3C345E0-9D86-47A7-9D6D-2C10ACF0F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321" y="3453503"/>
            <a:ext cx="77885" cy="7788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A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273BAB8-3C2E-4061-B1A8-70B339625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5518" y="3373704"/>
            <a:ext cx="81614" cy="8161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A47504C-325B-4FF2-AE34-4D1413B4D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4553" y="3238079"/>
            <a:ext cx="86541" cy="8654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19D640FB-6480-48F7-82AA-AAB558E99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9013" y="3051032"/>
            <a:ext cx="94019" cy="9401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C33AD7E9-45F6-4CAC-BA33-C2136D876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9816" y="2854319"/>
            <a:ext cx="85844" cy="858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871DF5B4-B4B2-43E1-97A0-7F9B1D34F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215" y="2500209"/>
            <a:ext cx="90962" cy="9096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A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412C5F86-580A-45FF-AD42-53DBD82A1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8213" y="2336907"/>
            <a:ext cx="71710" cy="717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107E7F49-39ED-4DCF-B15E-D52EAF409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531" y="2144274"/>
            <a:ext cx="96161" cy="961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2D797A25-C6AC-4468-AEA0-3036606E0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7251" y="2013256"/>
            <a:ext cx="98738" cy="987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4D1E643A-F576-4088-A45D-FE888D28E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7930" y="1963364"/>
            <a:ext cx="81420" cy="814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F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9441D370-4D19-4D8F-A683-82594AC75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8614" y="1780648"/>
            <a:ext cx="71975" cy="719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2E165903-3F3E-4E89-9ABE-92A89AED1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5306" y="2004366"/>
            <a:ext cx="77199" cy="7719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D89F7481-F196-407E-994D-12077F13E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1679" y="2005559"/>
            <a:ext cx="76257" cy="7625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F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B316D889-DAFB-4194-AF13-EE92A743F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3714" y="2139273"/>
            <a:ext cx="77786" cy="7778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22BF7CAF-AD4D-49D1-A471-360BB4487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7053" y="2444240"/>
            <a:ext cx="71540" cy="715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8BF0A003-966F-451A-96D7-ADDE314BC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7760" y="2726308"/>
            <a:ext cx="110186" cy="11018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80D9D865-03F0-497F-B7DA-9CFBDBC9B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6227" y="2908702"/>
            <a:ext cx="123413" cy="12341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93F52E60-D90A-4661-A77F-F487D15D9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0032" y="3021326"/>
            <a:ext cx="109538" cy="1095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E32EDE40-D6A5-495D-A5E8-ECAEECAA1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9930" y="3370004"/>
            <a:ext cx="97240" cy="972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0183DD76-0E78-4AC5-8B82-3E0BD7180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358" y="3340425"/>
            <a:ext cx="108250" cy="108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FEEE7674-0112-49BB-9591-002D3F1F9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664" y="3425747"/>
            <a:ext cx="123229" cy="12322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E34D407B-58A1-4367-8B39-748C39801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9349" y="3508181"/>
            <a:ext cx="100701" cy="10070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B343A5D0-73E6-4E88-8AB6-512BDC1C6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2827" y="3504548"/>
            <a:ext cx="108406" cy="10840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A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C4900FBA-44E4-41C5-8A0B-44AF9E631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3708" y="3316703"/>
            <a:ext cx="119272" cy="1192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158D0C8E-A806-4F06-B4BE-4E10B6667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6158" y="3253441"/>
            <a:ext cx="117149" cy="11714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54BC4F63-3227-471A-81EE-F8FD96DFF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0937" y="2987535"/>
            <a:ext cx="107375" cy="1073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E3C0677D-65C3-40D5-AD60-E7AD9EE6F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0309" y="2872351"/>
            <a:ext cx="120097" cy="12009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0476A0EC-FD04-407A-B28D-3BBDD4F30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170" y="2585451"/>
            <a:ext cx="101455" cy="1014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690B3231-0C45-42BB-A02B-C2AE52B69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5002" y="2365995"/>
            <a:ext cx="109175" cy="1091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52D1D792-25DE-4025-9D35-400F9AFA2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12" y="2054922"/>
            <a:ext cx="121877" cy="12187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68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C8F40DC8-E938-41DA-AA7C-80071F991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0027" y="1958033"/>
            <a:ext cx="121539" cy="12153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AF10EB0C-B334-4607-A0A9-EDA361F2C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0319" y="1806791"/>
            <a:ext cx="115611" cy="11561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6CE0069F-B85B-4F38-BAE4-291106011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6893" y="1738744"/>
            <a:ext cx="115283" cy="11528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A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141BFBD8-61B0-43CA-B89D-8B5F8D5F3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4053" y="1784674"/>
            <a:ext cx="122155" cy="1221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A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52C511FA-2FBE-4C43-8AA2-A51230237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8166" y="1773239"/>
            <a:ext cx="96965" cy="9696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CB709D3A-1C8E-4728-9413-94F112A26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8522" y="1925104"/>
            <a:ext cx="119776" cy="11977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D3F48794-226F-495C-BC40-18A68B730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5675" y="1994073"/>
            <a:ext cx="100909" cy="10090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361A5EF9-826A-4B0E-B3E2-45247C505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107" y="2186745"/>
            <a:ext cx="123574" cy="12357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20D4B213-37D2-4BD9-BDB8-3F5B9489E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9535" y="2363755"/>
            <a:ext cx="105980" cy="1059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F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C3860E42-E574-4600-B0CC-29590684A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6465" y="2697482"/>
            <a:ext cx="138743" cy="13874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68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5AEA9D06-D83A-424C-8F28-786900CE9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9895" y="2942341"/>
            <a:ext cx="150487" cy="15048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54B01BA3-2CBD-4BC1-A021-5F79FA4E6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6867" y="3110676"/>
            <a:ext cx="148432" cy="1484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F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0E3FC8B6-65DF-4C57-A5B6-E00259C34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5123" y="3237307"/>
            <a:ext cx="138766" cy="13876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A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E044AC37-704F-4E5B-9863-605E0BFB2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4124" y="3562029"/>
            <a:ext cx="130645" cy="13064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0FE6453D-F254-49E2-B75B-F24B78F05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6807" y="3466102"/>
            <a:ext cx="134005" cy="13400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F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8B8E6EED-C2CD-41DD-8BE3-0899B7E40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4210" y="3682535"/>
            <a:ext cx="149685" cy="14968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68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AE91BAF0-EEA5-4E1A-B639-6ECF23ED8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6273" y="3751200"/>
            <a:ext cx="154119" cy="15411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F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F5236268-B763-435A-8241-2FA5E99D3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1816" y="3697245"/>
            <a:ext cx="145111" cy="14511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55060678-7BAC-40A8-9BBC-D69C8A2C1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9238" y="3644883"/>
            <a:ext cx="150909" cy="15090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675728D8-4DD3-42CD-9945-836261443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4455" y="3368144"/>
            <a:ext cx="140530" cy="14053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A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F207CA70-3649-4D11-95A8-9F4D8CE7D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7056" y="3231535"/>
            <a:ext cx="151879" cy="15187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A2666929-6185-4021-AC80-B6F2ED039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2342" y="3001037"/>
            <a:ext cx="132698" cy="13269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10908D70-265E-4758-AAE1-95903425B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1543" y="2776588"/>
            <a:ext cx="139514" cy="13951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679609E4-1B2B-4145-A6A2-C5F95B37D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0398" y="2572394"/>
            <a:ext cx="146716" cy="14671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F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78C15C18-61E9-44E1-B0BB-B67239A02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3222" y="2219084"/>
            <a:ext cx="153809" cy="15380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180AE1BB-6AC4-427B-A4DC-CE52CF285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4619" y="2119965"/>
            <a:ext cx="142999" cy="14299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68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9D8FE0D3-DFDE-497D-81CD-62C7E9D98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2487" y="1806352"/>
            <a:ext cx="132257" cy="13225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F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DC90B0B5-02ED-411A-9CDB-A0A4FA90B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9614" y="1607069"/>
            <a:ext cx="147474" cy="14747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819A1158-F414-4218-A4E5-DE77C8096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3710" y="1592136"/>
            <a:ext cx="144533" cy="14453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68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ADD92BA3-1F19-4CFD-AD8A-FAE5AC519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5070" y="1583166"/>
            <a:ext cx="147836" cy="1478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9324B068-CAC3-4EEC-B72C-E3818D37D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5958" y="1476753"/>
            <a:ext cx="136044" cy="1360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71FDD3B8-5003-47BF-B690-B04196103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293" y="1414117"/>
            <a:ext cx="155883" cy="15588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68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2952E5E7-41A9-40FC-A22A-107FD7056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6350" y="1552432"/>
            <a:ext cx="151899" cy="15189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FFBE8D47-2FC4-4B23-87C2-8CB76153F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11" y="1773827"/>
            <a:ext cx="150200" cy="150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EDF2C0A4-C21F-4197-8E17-B95165308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794" y="2046849"/>
            <a:ext cx="155465" cy="15546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A17CB269-A504-4288-8F17-F4AD715C4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9251" y="2204495"/>
            <a:ext cx="156362" cy="15636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B95C330B-A93F-4277-B3DC-A80908EDD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3587" y="2351115"/>
            <a:ext cx="155897" cy="15589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5CD77AB8-5E36-4C6C-BA3E-B40562AB0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543050"/>
            <a:ext cx="3905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11111"/>
                </a:solidFill>
              </a:defRPr>
            </a:pPr>
            <a:r>
              <a:rPr sz="2325" b="1">
                <a:solidFill>
                  <a:srgbClr val="111111"/>
                </a:solidFill>
              </a:rPr>
              <a:t>A SHORT STORY ABOUT</a:t>
            </a:r>
          </a:p>
          <a:p xmlns:a="http://schemas.openxmlformats.org/drawingml/2006/main">
            <a:pPr algn="l">
              <a:defRPr sz="2325" b="1">
                <a:solidFill>
                  <a:srgbClr val="111111"/>
                </a:solidFill>
              </a:defRPr>
            </a:pPr>
            <a:r>
              <a:rPr sz="2325" b="1">
                <a:solidFill>
                  <a:srgbClr val="111111"/>
                </a:solidFill>
              </a:rPr>
              <a:t>CLARITY, CHARACTER</a:t>
            </a:r>
          </a:p>
          <a:p xmlns:a="http://schemas.openxmlformats.org/drawingml/2006/main">
            <a:pPr algn="l">
              <a:defRPr sz="2325" b="1">
                <a:solidFill>
                  <a:srgbClr val="111111"/>
                </a:solidFill>
              </a:defRPr>
            </a:pPr>
            <a:r>
              <a:rPr sz="2325" b="1">
                <a:solidFill>
                  <a:srgbClr val="111111"/>
                </a:solidFill>
              </a:rPr>
              <a:t>AND DIGITAL EXPERIENCE.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06EE8758-37AB-4421-8208-6EF463A42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5910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968C7"/>
                </a:solidFill>
              </a:defRPr>
            </a:pPr>
            <a:r>
              <a:rPr sz="825" b="1">
                <a:solidFill>
                  <a:srgbClr val="0968C7"/>
                </a:solidFill>
              </a:rPr>
              <a:t>SCROLL TO ENTER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715726ED-B9B0-4AC4-9087-E84974F7F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934075"/>
            <a:ext cx="84772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DBDB8"/>
            </a:solidFill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23CDF079-5FBE-40AE-A7FF-28E58F618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6057900"/>
            <a:ext cx="4019550" cy="257175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9E9E9"/>
          </a:solidFill>
          <a:ln xmlns:a="http://schemas.openxmlformats.org/drawingml/2006/main" w="9525">
            <a:solidFill>
              <a:srgbClr val="BDBDB8"/>
            </a:solidFill>
            <a:prstDash val="solid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89CBC56D-6DC4-4A0A-BDFA-7817C9FD3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6057900"/>
            <a:ext cx="990600" cy="257175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CD0E10FF-A2C8-42F0-8A04-CA9F93B14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6105525"/>
            <a:ext cx="1809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111111"/>
                </a:solidFill>
              </a:defRPr>
            </a:pPr>
            <a:r>
              <a:rPr sz="675" b="0">
                <a:solidFill>
                  <a:srgbClr val="111111"/>
                </a:solidFill>
              </a:rPr>
              <a:t>Home       Portfolio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DA0D0FFA-FB40-4BD8-A87A-FB2835CED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6105525"/>
            <a:ext cx="990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</a:defRPr>
            </a:pPr>
            <a:r>
              <a:rPr sz="675" b="1">
                <a:solidFill>
                  <a:srgbClr val="FFFFFF"/>
                </a:solidFill>
              </a:rPr>
              <a:t>About Me</a:t>
            </a: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FC65BCC0-25C0-4DE4-B84E-6A3E92981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6105525"/>
            <a:ext cx="781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111111"/>
                </a:solidFill>
              </a:defRPr>
            </a:pPr>
            <a:r>
              <a:rPr sz="675" b="0">
                <a:solidFill>
                  <a:srgbClr val="111111"/>
                </a:solidFill>
              </a:rPr>
              <a:t>Contact</a:t>
            </a:r>
          </a:p>
        </p:txBody>
      </p:sp>
    </p:spTree>
    <p:extLst>
      <p:ext uri="{BB962C8B-B14F-4D97-AF65-F5344CB8AC3E}">
        <p14:creationId xmlns:p14="http://schemas.microsoft.com/office/powerpoint/2010/main" val="133646242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E9E9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94CD137-401E-43DD-9021-025B1A10B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00050"/>
            <a:ext cx="8782050" cy="6057900"/>
          </a:xfrm>
          <a:prstGeom xmlns:a="http://schemas.openxmlformats.org/drawingml/2006/main" prst="roundRect">
            <a:avLst>
              <a:gd name="adj" fmla="val 2516"/>
            </a:avLst>
          </a:prstGeom>
          <a:solidFill xmlns:a="http://schemas.openxmlformats.org/drawingml/2006/main">
            <a:srgbClr val="E9E9E9"/>
          </a:solidFill>
          <a:ln xmlns:a="http://schemas.openxmlformats.org/drawingml/2006/main" w="9525">
            <a:solidFill>
              <a:srgbClr val="BDBDB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8E27EE-3C42-4AC6-8DCC-AC0591D53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66750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77772"/>
                </a:solidFill>
              </a:defRPr>
            </a:pPr>
            <a:r>
              <a:rPr sz="825" b="1">
                <a:solidFill>
                  <a:srgbClr val="777772"/>
                </a:solidFill>
              </a:rPr>
              <a:t>ABOUT ME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64A74A-7376-499A-9F82-5E55EEA08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45720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968C7"/>
                </a:solidFill>
              </a:defRPr>
            </a:pPr>
            <a:r>
              <a:rPr sz="900" b="1">
                <a:solidFill>
                  <a:srgbClr val="0968C7"/>
                </a:solidFill>
              </a:rPr>
              <a:t>TRAVERSE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93FD6E-24F0-4C2C-BA63-DE3FC0526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7810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02 / 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AFE787-640D-4B78-96D6-A09EFE10D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1333500"/>
            <a:ext cx="23622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Approach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283752-B30C-42AA-B19F-DF7909619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400300"/>
            <a:ext cx="23622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77772"/>
                </a:solidFill>
              </a:defRPr>
            </a:pPr>
            <a:r>
              <a:rPr sz="1125" b="0">
                <a:solidFill>
                  <a:srgbClr val="777772"/>
                </a:solidFill>
              </a:rPr>
              <a:t>The sentence reaches a stable reading plane as the camera nears the cloud.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7F1490-A28B-453F-A4CA-81C28F0E3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60007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968C7"/>
                </a:solidFill>
              </a:defRPr>
            </a:pPr>
            <a:r>
              <a:rPr sz="825" b="1">
                <a:solidFill>
                  <a:srgbClr val="0968C7"/>
                </a:solidFill>
              </a:rPr>
              <a:t>SCROLL ↓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02F51E-6E37-49AA-9FE6-04EB819A2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4925" y="3054446"/>
            <a:ext cx="62115" cy="6211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68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01DC35-8216-405B-AD70-D369035D2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648" y="3424757"/>
            <a:ext cx="72345" cy="7234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DB1118-956D-4873-8C3C-5D7C987AF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0322" y="4146119"/>
            <a:ext cx="58840" cy="588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879F90-9087-4F40-BF81-12185D702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9954" y="4037249"/>
            <a:ext cx="77691" cy="7769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3C256D-2C4A-4241-9C34-D593B8220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8596" y="3269912"/>
            <a:ext cx="59736" cy="597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4C683D-F16A-4F51-A5F0-AE56021F4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4026" y="2886002"/>
            <a:ext cx="55859" cy="558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4914AA-B59E-40ED-ACB8-ED3A5BB13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0030" y="2451801"/>
            <a:ext cx="68791" cy="6879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B656A90-EDBB-49EA-964F-15431FB46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4827" y="1802592"/>
            <a:ext cx="63218" cy="632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4E89B46-EB4F-41AA-B45F-E80FBAA29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1598" y="1649122"/>
            <a:ext cx="70902" cy="7090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F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D9145EC-9F61-4713-AFFA-1812B901B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3384" y="3206025"/>
            <a:ext cx="90213" cy="9021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6FA00F7-89C7-44BB-8DA9-A973753FB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0188" y="3613283"/>
            <a:ext cx="86358" cy="8635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F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CB246D4-0C5A-4AED-8DC7-8C96108C0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8589" y="3861714"/>
            <a:ext cx="95258" cy="9525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F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0F19CFB-28E9-4BAC-A00B-7D5FFE950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1091" y="4428823"/>
            <a:ext cx="77524" cy="775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68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E25E2C1-91A6-4B00-AA68-4E2A35316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9491" y="4213371"/>
            <a:ext cx="94528" cy="945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2322ED3-B353-4B0A-A5F7-2C958E671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077" y="4317950"/>
            <a:ext cx="93451" cy="9345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33F77A3-52CE-474A-8260-B71B4EA71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6274" y="4206610"/>
            <a:ext cx="96204" cy="962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F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469E276-5FF0-45AC-B21F-C158664CF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0469" y="4082645"/>
            <a:ext cx="78294" cy="7829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D3D7818-62FC-4BC4-BA23-BF44E1B1C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2471" y="3812134"/>
            <a:ext cx="88144" cy="881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68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9FB3A65-9D34-42DA-BC8E-61A3236DE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1545" y="3337662"/>
            <a:ext cx="78693" cy="7869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49D94D7-6673-46E6-9866-AC9CEB046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8896" y="2910928"/>
            <a:ext cx="73204" cy="732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A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09659C7-E848-4020-8383-C61E2420B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6086" y="2235216"/>
            <a:ext cx="94253" cy="9425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22D7AED-3E78-4840-B597-5BA5BA401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4796" y="2039709"/>
            <a:ext cx="92067" cy="9206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A418B8E-1BA4-4CF5-9902-FB7F88814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7685" y="1568141"/>
            <a:ext cx="86981" cy="8698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2153A16-7F13-4C1B-B089-C226103D0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5022" y="1462534"/>
            <a:ext cx="90694" cy="9069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A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9744DFE-1028-4E44-8C50-71279C2DF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9013" y="1344262"/>
            <a:ext cx="92512" cy="9251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DD7DC44-C16F-45B2-86F1-373C6DB7F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1645" y="1684919"/>
            <a:ext cx="89597" cy="8959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36B6282-CE26-4AAD-A402-7E7AA8E65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313" y="2202363"/>
            <a:ext cx="82811" cy="8281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9282BCF-4B42-48D7-9525-BB62F8B4E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3549" y="2586783"/>
            <a:ext cx="75826" cy="7582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68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D99458F-1EF8-44CC-A5EC-A1CC7576B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8934" y="3131602"/>
            <a:ext cx="109717" cy="10971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D700A1F-2596-41E8-99B4-F52A58003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8845" y="3436571"/>
            <a:ext cx="108362" cy="10836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68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94AEE2F-3979-4EDF-9DB1-1ABC24833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172" y="4153964"/>
            <a:ext cx="121154" cy="12115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68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32F122C-A446-464F-BE59-A340E2689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2116" y="4221057"/>
            <a:ext cx="122579" cy="12257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68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BB0B216-01B8-4347-8888-8AE506C48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0902" y="4492911"/>
            <a:ext cx="99957" cy="9995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F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1F8DC99-34AD-4494-A5BB-5C0C1ACD4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9405" y="4903976"/>
            <a:ext cx="97607" cy="9760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68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77A0C41-8600-4957-A3CB-04CA656AA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0545" y="5011406"/>
            <a:ext cx="104763" cy="10476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F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BED0719-BEED-4189-84E8-E4516632A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8472" y="4782902"/>
            <a:ext cx="112742" cy="11274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9AEBBC8-2EC8-4224-A106-EF5B34638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1147" y="4349384"/>
            <a:ext cx="102486" cy="10248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F364176-B47C-4DAE-A370-25A694CEE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8336" y="4339866"/>
            <a:ext cx="102228" cy="1022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F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852FCE6-CAD4-4CA6-ACDC-7477ACCBF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9548" y="3746193"/>
            <a:ext cx="119284" cy="11928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56D5631-AF7F-444B-954D-809FBFE89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1615" y="3267700"/>
            <a:ext cx="99990" cy="999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A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746241D-E696-4A3E-8D0C-D484B8348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7004" y="2769117"/>
            <a:ext cx="107564" cy="10756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EC65D63-3161-4B19-A6C5-222A5FB01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5379" y="2245127"/>
            <a:ext cx="114671" cy="11467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68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EF1C218-EC0A-4287-A657-ABBB8E34A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4891" y="1902398"/>
            <a:ext cx="100521" cy="10052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93DA572-9FA6-49EC-80BC-99E5215F4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0389" y="1533574"/>
            <a:ext cx="120760" cy="120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70CBC32-81EE-4896-8D07-C22D33156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4242" y="1313305"/>
            <a:ext cx="111286" cy="11128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F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E2283A62-DBA8-4BEE-8828-FC0DE1241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42" y="1071205"/>
            <a:ext cx="108655" cy="1086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F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E2EC6BB4-734F-470F-BCA3-4158EA156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2347" y="1374694"/>
            <a:ext cx="119591" cy="11959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149F6261-CB0B-474A-88B6-67012FB3A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830" y="1078608"/>
            <a:ext cx="107934" cy="10793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A9B8FB95-81AA-4EB8-ACC4-82CA14F56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0818" y="1647891"/>
            <a:ext cx="117363" cy="11736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A2C0B04F-F26A-415F-A8FC-F7EA95C19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5826" y="1608972"/>
            <a:ext cx="98114" cy="9811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F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63FE8275-4B19-4B27-AEF5-D89692FF5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687" y="2128452"/>
            <a:ext cx="98959" cy="989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A799DFB1-91D4-41C6-AD72-4C5B32024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0731" y="2692175"/>
            <a:ext cx="121222" cy="12122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C064F476-9BCC-4F0A-8A14-F39D84714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436" y="3478763"/>
            <a:ext cx="143864" cy="14386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68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5CE7E6D6-0F3C-45EE-B9AC-6BA940BAE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6042" y="4093051"/>
            <a:ext cx="146536" cy="1465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CEEADE5E-4DF6-43A5-A36E-E03924EB0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7695" y="4147200"/>
            <a:ext cx="143682" cy="14368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778054C8-D4C8-4C65-B269-5C9591C13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9998" y="4802910"/>
            <a:ext cx="152351" cy="15235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8716ED0D-AC51-44EF-9758-93FC7130A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136" y="5135219"/>
            <a:ext cx="155086" cy="15508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C503EC78-7903-4BBC-A9C6-5BE4264D8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2525" y="5336083"/>
            <a:ext cx="132664" cy="13266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A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8D8AAF1D-2CA1-4F04-94F2-5D968D266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0626" y="5219688"/>
            <a:ext cx="134587" cy="13458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12C2AEA9-5A9A-4B2F-BEEB-610094EBE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8911" y="4905332"/>
            <a:ext cx="130595" cy="1305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8A1AC78E-4D53-41B3-8489-01A253650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8376" y="4935918"/>
            <a:ext cx="136580" cy="1365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5EB96BFC-83D3-418F-8B36-5AEE1BDFB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7100" y="4515227"/>
            <a:ext cx="143846" cy="14384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EC6D932C-A566-4185-96CE-9FF5E08B9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5200" y="3978670"/>
            <a:ext cx="130778" cy="13077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53DF9125-BBA5-4EF6-BAE0-66EA1F345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4668" y="3644510"/>
            <a:ext cx="128780" cy="1287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01916DA1-7BFD-4AC3-9927-93A2550A4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6740" y="3117394"/>
            <a:ext cx="150063" cy="15006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B1726C44-3708-4492-B13F-C2DC111B7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7729" y="2781612"/>
            <a:ext cx="134870" cy="1348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24E9530A-00A8-4044-8C56-C67C7D275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8507" y="2294797"/>
            <a:ext cx="140071" cy="14007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53B3CFB2-681F-49FB-91E3-4CB4C4B30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901" y="1899133"/>
            <a:ext cx="140890" cy="1408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79CBFCEC-6C97-4A23-BCE4-5D8628FBB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7876" y="1584442"/>
            <a:ext cx="139184" cy="13918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68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F8BEF389-87D7-41B2-9E70-066C6E9F5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889" y="1068659"/>
            <a:ext cx="135789" cy="1357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06DAA5FA-5F3A-4D7F-96BD-ED72C04E0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2349" y="902075"/>
            <a:ext cx="131691" cy="13169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D3F99750-DBC3-4C97-913C-135D7C469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1838" y="941143"/>
            <a:ext cx="138604" cy="1386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953D6AA1-2254-4BBB-88D7-90C261D9B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7593" y="861301"/>
            <a:ext cx="153691" cy="15369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2C58DCB7-F549-4ACB-AD91-5EEA09A8E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0693" y="1002541"/>
            <a:ext cx="154466" cy="15446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2197BC1C-A5F7-4660-A800-DAD62C0E8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2687" y="1382722"/>
            <a:ext cx="153187" cy="15318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A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326E80DA-C678-4EE0-A212-D53BEF7C9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487" y="1632272"/>
            <a:ext cx="137070" cy="1370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F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7C54CCAD-F7F7-4499-8A94-FB42C09C0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4918" y="2299795"/>
            <a:ext cx="139581" cy="13958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8E6CF6AD-2B6E-42D6-AC7E-39794E2A3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4075" y="2515339"/>
            <a:ext cx="146544" cy="1465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F217A401-659A-4120-9271-D48D74D9C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752600"/>
            <a:ext cx="628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777772"/>
                </a:solidFill>
              </a:defRPr>
            </a:pPr>
            <a:r>
              <a:rPr sz="1275" b="1">
                <a:solidFill>
                  <a:srgbClr val="777772"/>
                </a:solidFill>
              </a:rPr>
              <a:t>DIGITAL EXPERIENCES ARE OFTEN ASKED TO MAKE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E2203BBD-C40A-43F3-89E6-14638187B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2247900"/>
            <a:ext cx="63817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525" b="1">
                <a:solidFill>
                  <a:srgbClr val="111111"/>
                </a:solidFill>
              </a:defRPr>
            </a:pPr>
            <a:r>
              <a:rPr sz="3525" b="1">
                <a:solidFill>
                  <a:srgbClr val="111111"/>
                </a:solidFill>
              </a:rPr>
              <a:t>COMPLICATED THINGS</a:t>
            </a:r>
          </a:p>
          <a:p xmlns:a="http://schemas.openxmlformats.org/drawingml/2006/main">
            <a:pPr algn="ctr">
              <a:defRPr sz="3525" b="1">
                <a:solidFill>
                  <a:srgbClr val="111111"/>
                </a:solidFill>
              </a:defRPr>
            </a:pPr>
            <a:r>
              <a:rPr sz="3525" b="1">
                <a:solidFill>
                  <a:srgbClr val="111111"/>
                </a:solidFill>
              </a:rPr>
              <a:t>FEEL SIMPLE.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0D7C3B0F-BE4A-4C13-A0E9-A02F5B623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934075"/>
            <a:ext cx="84772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DBDB8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55E1AD8A-50ED-4EF3-858B-C655A666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6057900"/>
            <a:ext cx="4019550" cy="257175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9E9E9"/>
          </a:solidFill>
          <a:ln xmlns:a="http://schemas.openxmlformats.org/drawingml/2006/main" w="9525">
            <a:solidFill>
              <a:srgbClr val="BDBDB8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D29D947D-DB3D-4B33-A48E-9C1B05971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6057900"/>
            <a:ext cx="990600" cy="257175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C75CC09B-4E6B-4FF3-9865-81790BABF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6105525"/>
            <a:ext cx="1809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111111"/>
                </a:solidFill>
              </a:defRPr>
            </a:pPr>
            <a:r>
              <a:rPr sz="675" b="0">
                <a:solidFill>
                  <a:srgbClr val="111111"/>
                </a:solidFill>
              </a:rPr>
              <a:t>Home       Portfolio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E30E02AC-1D15-4DCA-AC24-BE5C59F21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6105525"/>
            <a:ext cx="990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</a:defRPr>
            </a:pPr>
            <a:r>
              <a:rPr sz="675" b="1">
                <a:solidFill>
                  <a:srgbClr val="FFFFFF"/>
                </a:solidFill>
              </a:rPr>
              <a:t>About Me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A239FAF5-E056-4EDA-95D0-88FB76AAA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6105525"/>
            <a:ext cx="781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111111"/>
                </a:solidFill>
              </a:defRPr>
            </a:pPr>
            <a:r>
              <a:rPr sz="675" b="0">
                <a:solidFill>
                  <a:srgbClr val="111111"/>
                </a:solidFill>
              </a:rPr>
              <a:t>Contact</a:t>
            </a:r>
          </a:p>
        </p:txBody>
      </p:sp>
    </p:spTree>
    <p:extLst>
      <p:ext uri="{BB962C8B-B14F-4D97-AF65-F5344CB8AC3E}">
        <p14:creationId xmlns:p14="http://schemas.microsoft.com/office/powerpoint/2010/main" val="96140186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E9E9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D3D68CE-0B57-4016-A025-24F7A6AB0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00050"/>
            <a:ext cx="8782050" cy="6057900"/>
          </a:xfrm>
          <a:prstGeom xmlns:a="http://schemas.openxmlformats.org/drawingml/2006/main" prst="roundRect">
            <a:avLst>
              <a:gd name="adj" fmla="val 2516"/>
            </a:avLst>
          </a:prstGeom>
          <a:solidFill xmlns:a="http://schemas.openxmlformats.org/drawingml/2006/main">
            <a:srgbClr val="E9E9E9"/>
          </a:solidFill>
          <a:ln xmlns:a="http://schemas.openxmlformats.org/drawingml/2006/main" w="9525">
            <a:solidFill>
              <a:srgbClr val="BDBDB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990F6D-FCF0-4CB2-883A-CF76A627B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66750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77772"/>
                </a:solidFill>
              </a:defRPr>
            </a:pPr>
            <a:r>
              <a:rPr sz="825" b="1">
                <a:solidFill>
                  <a:srgbClr val="777772"/>
                </a:solidFill>
              </a:rPr>
              <a:t>ABOUT ME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A2AEF2-4974-4E1B-8A80-ACDF7A4B5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45720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968C7"/>
                </a:solidFill>
              </a:defRPr>
            </a:pPr>
            <a:r>
              <a:rPr sz="900" b="1">
                <a:solidFill>
                  <a:srgbClr val="0968C7"/>
                </a:solidFill>
              </a:rPr>
              <a:t>TRAVERSE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6BAF97-AE27-4A14-994D-0F8EE2D4D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7810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03 / 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52C101-9D11-4174-86F2-D1B55D658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1333500"/>
            <a:ext cx="23622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Enter the cloud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350892-F11D-4014-9A5C-F0370D81E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400300"/>
            <a:ext cx="23622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77772"/>
                </a:solidFill>
              </a:defRPr>
            </a:pPr>
            <a:r>
              <a:rPr sz="1125" b="0">
                <a:solidFill>
                  <a:srgbClr val="777772"/>
                </a:solidFill>
              </a:rPr>
              <a:t>The conceptual turn appears inside the field and passes toward the viewer.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D94C83-5A35-4AE8-A131-9253C3424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60007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968C7"/>
                </a:solidFill>
              </a:defRPr>
            </a:pPr>
            <a:r>
              <a:rPr sz="825" b="1">
                <a:solidFill>
                  <a:srgbClr val="0968C7"/>
                </a:solidFill>
              </a:rPr>
              <a:t>SCROLL ↓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EB0D0B-5695-4C0E-9D8F-14060A537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1997" y="3061610"/>
            <a:ext cx="43704" cy="437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5D02A1-5D9A-4FBF-A5C0-972373666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511" y="4122629"/>
            <a:ext cx="50971" cy="5097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FEFACB-3A3B-4FA9-B10B-DF1756C57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9355" y="4307843"/>
            <a:ext cx="57736" cy="577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2E2F13-F602-4E62-B5F6-9A0A22915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8329" y="3507313"/>
            <a:ext cx="45316" cy="4531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FE5E74-AFED-4CBC-BE4C-C744E16A7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3181" y="2844459"/>
            <a:ext cx="52162" cy="5216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68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1B2D51-7A44-40D5-AF05-32332F18B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6000" y="1766286"/>
            <a:ext cx="40562" cy="4056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9CB8566-290C-4283-B870-0103089CA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8672" y="2412766"/>
            <a:ext cx="45729" cy="4572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F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8998E7-4114-48F5-87FE-16036C73B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9993" y="3056551"/>
            <a:ext cx="76696" cy="766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837873-F7C3-47E8-9017-14F4AEEF5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5955" y="3696288"/>
            <a:ext cx="50133" cy="5013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68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6BFC4AE-D9D4-44CC-9AEF-885E3DD1E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9396" y="4366685"/>
            <a:ext cx="69011" cy="6901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8D47C85-19CE-47AC-8229-CE664F6E3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2999" y="4303814"/>
            <a:ext cx="77961" cy="779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A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B9F4A79-1A28-424E-96B7-541ABFEAF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3245" y="4890416"/>
            <a:ext cx="50284" cy="5028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9430DE7-61E3-4456-855B-258729763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6134" y="4589379"/>
            <a:ext cx="50498" cy="5049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68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8DF2363-2042-4FB7-A350-FDE9FB426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5824" y="4222209"/>
            <a:ext cx="67752" cy="677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31F21C1-FD4E-41B0-AD7D-3CD2D2944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399" y="3409890"/>
            <a:ext cx="50968" cy="5096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E372B20-D9B3-4A38-B985-182669051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8761" y="2750543"/>
            <a:ext cx="69361" cy="693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DB93632-DD67-425A-9F41-C0053238A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4677" y="2108898"/>
            <a:ext cx="71930" cy="7193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FA05ECF-C94A-428F-892C-7369B29C5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3974" y="1722942"/>
            <a:ext cx="69691" cy="6969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68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589207D-ECE4-4ABD-B3EF-81A955828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1211" y="1442841"/>
            <a:ext cx="57073" cy="570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368CC1C-F2DF-4D8D-9851-19093537B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3390" y="1503796"/>
            <a:ext cx="53343" cy="5334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29B2DBE-AA00-4F01-90EB-BE2D612B2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2294" y="1627287"/>
            <a:ext cx="51963" cy="5196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C9264D2-3274-49CC-B4FD-6F7B156DB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5366" y="1790542"/>
            <a:ext cx="73006" cy="7300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A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CA5F2E1-3C30-4E79-9848-67156C966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6785" y="2276728"/>
            <a:ext cx="63681" cy="6368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F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648E87B-C5D4-429A-880C-96F22623F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5249" y="3694825"/>
            <a:ext cx="71351" cy="7135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68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AEFF416-7F21-4B3D-9AFC-3BF1FE9C7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8296" y="4496711"/>
            <a:ext cx="74937" cy="7493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6616BD8-29CF-412B-B884-69E44BB60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676" y="4564492"/>
            <a:ext cx="84674" cy="8467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42E23F4-41C6-4046-A6F6-5B043B589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337" y="5287043"/>
            <a:ext cx="98269" cy="9826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A302D20-960E-423E-BBE2-170E1F45B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253" y="5040760"/>
            <a:ext cx="77222" cy="7722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68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F1CE96B-5944-462C-8579-826D5103E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3679" y="4879364"/>
            <a:ext cx="98126" cy="9812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D75BA31-7F0A-45AC-8A6C-7CB13B8C1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5347" y="4563593"/>
            <a:ext cx="78598" cy="7859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968F9E1-C0FA-4203-8D7F-612885ACA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2343" y="3885501"/>
            <a:ext cx="83793" cy="8379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D332399-9832-4972-BDA8-E8653842A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988" y="3476056"/>
            <a:ext cx="83420" cy="834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F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11323B9-F545-4FE8-A686-3E2D3EACC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2115" y="2805462"/>
            <a:ext cx="93781" cy="9378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D6841EA-C1C2-4C81-9BB1-D8A06FE9D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596" y="2231418"/>
            <a:ext cx="74818" cy="748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4B000B6-26CC-44C5-91AE-926F0FCBC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9290" y="1402888"/>
            <a:ext cx="73767" cy="7376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8C4D968-D64C-4E64-94DF-99098645E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2241" y="1366603"/>
            <a:ext cx="85433" cy="8543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074ABAE-9F3F-48CB-B65D-7FCFC9C25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3086" y="1017885"/>
            <a:ext cx="77796" cy="777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68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31DF496-F08C-4064-933E-0CF9C578D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8471" y="783661"/>
            <a:ext cx="95902" cy="9590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966AC9B-1327-4ADB-9304-54FF8B3CA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3156" y="1013706"/>
            <a:ext cx="78352" cy="783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F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17017FB-3A9F-4E6B-B8D3-9DBAB8B47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6976" y="1539495"/>
            <a:ext cx="85140" cy="851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F5CFDCF-1986-4EC3-BCFF-93F6618DD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1721" y="2007409"/>
            <a:ext cx="71117" cy="7111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8A9FF7B-1BF6-4D0E-BB6F-B15AB843F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4476" y="2608362"/>
            <a:ext cx="89553" cy="8955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F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312280D-7FC2-4092-B819-49E75167E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5736" y="4547521"/>
            <a:ext cx="123509" cy="12350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F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4DFCF1C-BE80-4CA3-B51A-FD9076FF4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2315" y="5460558"/>
            <a:ext cx="116499" cy="11649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91C663C-2096-4CAD-AB71-9DF1ADA28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9372" y="5680049"/>
            <a:ext cx="97529" cy="9752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EAA9128A-57EB-4289-987E-E293D17C1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1645" y="5180401"/>
            <a:ext cx="111149" cy="11114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6C93A23D-882C-4606-AC23-8B6E4435E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2199" y="5086066"/>
            <a:ext cx="103033" cy="10303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A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7031A6B3-D76D-414F-9EEF-AABE9BEE6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357" y="4632633"/>
            <a:ext cx="119430" cy="11943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A48FFF14-9E05-4D95-A135-C97D704F9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225" y="4207629"/>
            <a:ext cx="118107" cy="11810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53692CB0-23C8-413F-85F2-B3124F323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652" y="2706080"/>
            <a:ext cx="121397" cy="12139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B0DE6E01-F6F9-43F6-98C5-C40858524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734" y="1266330"/>
            <a:ext cx="102356" cy="1023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F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FB1A1C07-6833-4BCC-9A24-045AA12D9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1455" y="1091043"/>
            <a:ext cx="121213" cy="12121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D253305F-5711-441F-B2E7-9FAEA9736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2845" y="701908"/>
            <a:ext cx="122853" cy="12285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36E138C7-5FBF-405D-AA49-AD2D925A0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915" y="657864"/>
            <a:ext cx="124802" cy="12480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A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DB20EEDA-74B5-44B8-A563-5495EE6AB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2826" y="1362681"/>
            <a:ext cx="97577" cy="9757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C873C74E-1E59-4BF4-97A3-DF6DD5F59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5764" y="5582006"/>
            <a:ext cx="139160" cy="1391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A884DC1D-7806-450A-8D1E-4AB8C7A80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0336" y="5669721"/>
            <a:ext cx="143760" cy="143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A3197A5D-8CE8-462F-9EB7-9778B032A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5907" y="5583887"/>
            <a:ext cx="149240" cy="1492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752AC57D-520C-420C-966B-1BC5F201F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632" y="5427065"/>
            <a:ext cx="129901" cy="12990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CDF24F32-68BE-4BBB-8E96-48F47FE03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029" y="4521378"/>
            <a:ext cx="144964" cy="14496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67B53B33-080D-4D9C-BE38-7E4ACA121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876425"/>
            <a:ext cx="666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4200" b="1">
                <a:solidFill>
                  <a:srgbClr val="111111"/>
                </a:solidFill>
              </a:defRPr>
            </a:pPr>
            <a:r>
              <a:rPr sz="4200" b="1">
                <a:solidFill>
                  <a:srgbClr val="111111"/>
                </a:solidFill>
              </a:rPr>
              <a:t>BUT SIMPLE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04FC2D1F-D023-4334-AB38-6140C2B2A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533650"/>
            <a:ext cx="666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4200" b="1">
                <a:solidFill>
                  <a:srgbClr val="B6B6B2"/>
                </a:solidFill>
              </a:defRPr>
            </a:pPr>
            <a:r>
              <a:rPr sz="4200" b="1">
                <a:solidFill>
                  <a:srgbClr val="B6B6B2"/>
                </a:solidFill>
              </a:rPr>
              <a:t>CAN BECOME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CD390106-19C2-47C8-B9A5-7F5F6F302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200400"/>
            <a:ext cx="6667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5025" b="1">
                <a:solidFill>
                  <a:srgbClr val="0968C7"/>
                </a:solidFill>
              </a:defRPr>
            </a:pPr>
            <a:r>
              <a:rPr sz="5025" b="1">
                <a:solidFill>
                  <a:srgbClr val="0968C7"/>
                </a:solidFill>
              </a:rPr>
              <a:t>FLAT.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377EABED-E851-41B3-A67A-59481C1CB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934075"/>
            <a:ext cx="84772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DBDB8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674CE81D-EC41-4EA1-A03A-668C6FD62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6057900"/>
            <a:ext cx="4019550" cy="257175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9E9E9"/>
          </a:solidFill>
          <a:ln xmlns:a="http://schemas.openxmlformats.org/drawingml/2006/main" w="9525">
            <a:solidFill>
              <a:srgbClr val="BDBDB8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C9DEF04C-6DF1-4588-A7FC-D254A0297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6057900"/>
            <a:ext cx="990600" cy="257175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CCE1D430-4AB0-4E96-844A-B5B88C72E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6105525"/>
            <a:ext cx="1809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111111"/>
                </a:solidFill>
              </a:defRPr>
            </a:pPr>
            <a:r>
              <a:rPr sz="675" b="0">
                <a:solidFill>
                  <a:srgbClr val="111111"/>
                </a:solidFill>
              </a:rPr>
              <a:t>Home       Portfolio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55FEAFAF-1996-4732-A0A4-65EC0B9B1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6105525"/>
            <a:ext cx="990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</a:defRPr>
            </a:pPr>
            <a:r>
              <a:rPr sz="675" b="1">
                <a:solidFill>
                  <a:srgbClr val="FFFFFF"/>
                </a:solidFill>
              </a:rPr>
              <a:t>About Me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27AFBC2B-FEA0-4A76-B03F-84C6D084A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6105525"/>
            <a:ext cx="781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111111"/>
                </a:solidFill>
              </a:defRPr>
            </a:pPr>
            <a:r>
              <a:rPr sz="675" b="0">
                <a:solidFill>
                  <a:srgbClr val="111111"/>
                </a:solidFill>
              </a:rPr>
              <a:t>Contact</a:t>
            </a:r>
          </a:p>
        </p:txBody>
      </p:sp>
    </p:spTree>
    <p:extLst>
      <p:ext uri="{BB962C8B-B14F-4D97-AF65-F5344CB8AC3E}">
        <p14:creationId xmlns:p14="http://schemas.microsoft.com/office/powerpoint/2010/main" val="123497638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E9E9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84E9EF3-A718-4603-8CE8-B3AEE88F9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00050"/>
            <a:ext cx="8782050" cy="6057900"/>
          </a:xfrm>
          <a:prstGeom xmlns:a="http://schemas.openxmlformats.org/drawingml/2006/main" prst="roundRect">
            <a:avLst>
              <a:gd name="adj" fmla="val 2516"/>
            </a:avLst>
          </a:prstGeom>
          <a:solidFill xmlns:a="http://schemas.openxmlformats.org/drawingml/2006/main">
            <a:srgbClr val="E9E9E9"/>
          </a:solidFill>
          <a:ln xmlns:a="http://schemas.openxmlformats.org/drawingml/2006/main" w="9525">
            <a:solidFill>
              <a:srgbClr val="BDBDB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45AF52-8A3C-4BE1-BABC-FF47224D2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66750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77772"/>
                </a:solidFill>
              </a:defRPr>
            </a:pPr>
            <a:r>
              <a:rPr sz="825" b="1">
                <a:solidFill>
                  <a:srgbClr val="777772"/>
                </a:solidFill>
              </a:rPr>
              <a:t>ABOUT ME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EDDCB0-C1A9-4C18-A807-AE5118B21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45720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968C7"/>
                </a:solidFill>
              </a:defRPr>
            </a:pPr>
            <a:r>
              <a:rPr sz="900" b="1">
                <a:solidFill>
                  <a:srgbClr val="0968C7"/>
                </a:solidFill>
              </a:rPr>
              <a:t>TRAVERSE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E93584-9E55-4EBE-958A-C68F0F3D3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7810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04 / 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C86670-DA45-4189-B6BD-D2F4754C1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1333500"/>
            <a:ext cx="23622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Stable reading plane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785D74-38A8-4527-9B95-7AC7E7E19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400300"/>
            <a:ext cx="23622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77772"/>
                </a:solidFill>
              </a:defRPr>
            </a:pPr>
            <a:r>
              <a:rPr sz="1125" b="0">
                <a:solidFill>
                  <a:srgbClr val="777772"/>
                </a:solidFill>
              </a:rPr>
              <a:t>Camera motion pauses for the key sentence. One phrase receives color emphasis.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1BDF05-2F84-433E-9E71-B24E6617F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60007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968C7"/>
                </a:solidFill>
              </a:defRPr>
            </a:pPr>
            <a:r>
              <a:rPr sz="825" b="1">
                <a:solidFill>
                  <a:srgbClr val="0968C7"/>
                </a:solidFill>
              </a:rPr>
              <a:t>SCROLL ↓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583504-E31A-4FEB-96C1-552D60574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8784" y="4123604"/>
            <a:ext cx="54325" cy="543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C92F09-3401-4317-ADD3-756BE814A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2645" y="3460343"/>
            <a:ext cx="35916" cy="3591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5BBA34-6CE6-44E0-937B-B8D42C232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2601" y="1887099"/>
            <a:ext cx="49260" cy="492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A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F71FF0-36A9-4097-9946-752A813BF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7368" y="3110013"/>
            <a:ext cx="78362" cy="7836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2ECB32-3BF2-4616-AFDE-86913796E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6957" y="3654854"/>
            <a:ext cx="61723" cy="6172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A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751DE7-6756-42C1-ADDE-DAF86ACF0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3144" y="4607600"/>
            <a:ext cx="53343" cy="5334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A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FE3F02-D47B-4292-B1CE-B20DAE407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659" y="4309555"/>
            <a:ext cx="73995" cy="739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3DAF11-32C1-427E-B7F7-7CA1485D5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1305" y="4310495"/>
            <a:ext cx="75127" cy="7512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A92252E-FDCB-44C9-B28F-06DEB74C3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4763" y="3856645"/>
            <a:ext cx="72264" cy="7226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AB14E88-EC15-4781-A80A-D9277AE88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9045" y="3494232"/>
            <a:ext cx="53497" cy="5349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C62B953-EB7E-4277-A0C2-7788F9946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5139" y="2857646"/>
            <a:ext cx="63671" cy="6367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7451FF1-292C-4465-B1EA-F69BA7EA9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3849" y="2379079"/>
            <a:ext cx="78092" cy="7809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8E20123-5154-4A62-8BB9-F1F18707A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3028" y="1659722"/>
            <a:ext cx="58122" cy="5812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E93AE56-659E-4E52-A6AD-32A01161C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8189" y="1282906"/>
            <a:ext cx="74020" cy="740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A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06259DE-CE5D-405D-A60D-B9A00F391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7807" y="1729731"/>
            <a:ext cx="73396" cy="733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1E31F5E-90C6-435A-8D90-0E9EDEC9C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9960" y="2087372"/>
            <a:ext cx="67836" cy="678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F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7B0493D-752D-4E50-B527-7E2BB6F37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1799" y="2576095"/>
            <a:ext cx="78110" cy="781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F2CB628-0667-40D9-8048-3AFD095BF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73" y="3032803"/>
            <a:ext cx="78720" cy="787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DFCC331-20BF-4002-856F-45D0AA56F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289" y="3635116"/>
            <a:ext cx="93306" cy="9330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B0EA8AB-6628-48C5-89C5-CEC0A8B2B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6159" y="4128261"/>
            <a:ext cx="71903" cy="7190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A2EDFEB-4CE2-4902-BE42-6ACA6F7BD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7844" y="4784779"/>
            <a:ext cx="75251" cy="7525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A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C8CAA31-35D7-4336-806E-6032233CD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6833" y="4914489"/>
            <a:ext cx="97121" cy="9712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961704A-06DF-4866-9C0A-2F347F211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4421" y="4803035"/>
            <a:ext cx="92204" cy="922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B5DDB23-9549-42BE-B6FB-3929AB15A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782" y="4698180"/>
            <a:ext cx="98239" cy="9823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FCB6493-2FB4-40A1-AE2D-59CAF6DF5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7072" y="4705410"/>
            <a:ext cx="70637" cy="7063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F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883C6AD-7547-412B-83C1-312022A8F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1052" y="4146071"/>
            <a:ext cx="83693" cy="8369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922B940-AEE7-48F2-B3A5-D8DB2A0D1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5112" y="3355578"/>
            <a:ext cx="73733" cy="7373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4D06D9F-4207-433D-8912-79CFB6343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5659" y="2951596"/>
            <a:ext cx="78333" cy="7833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F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DB11B05-19B3-4813-908E-3436252BD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3281" y="2292560"/>
            <a:ext cx="75517" cy="7551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1F1AD72-D7FA-4D73-B66C-834FC2D3E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0674" y="1710352"/>
            <a:ext cx="77036" cy="770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A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FCB0F6E-A193-4313-A3AB-2E05A0053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251" y="1500954"/>
            <a:ext cx="79682" cy="7968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3AC626D-8AD1-44D3-9552-80BE35216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8285" y="1154003"/>
            <a:ext cx="85847" cy="8584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6D3E92F-02E3-4333-B36D-EF67EABAA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0498" y="1120501"/>
            <a:ext cx="97314" cy="9731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F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5D73E73-4FB7-4DD2-819A-BD56573E8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1495" y="1253258"/>
            <a:ext cx="79166" cy="7916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382DDAB-AE0C-443C-90C8-4F0CCB3D1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5984" y="1374941"/>
            <a:ext cx="97842" cy="9784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F88848A-253A-4B6C-83B9-863BCE6D1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3383" y="2051273"/>
            <a:ext cx="73029" cy="7302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BB6F358-2DC2-4836-A37E-235F23622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884" y="2587820"/>
            <a:ext cx="76060" cy="760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DADB318-5103-4F97-9218-1D90E62FA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3962" y="4132877"/>
            <a:ext cx="118564" cy="11856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5A792F3-3254-400D-AE0D-367224D08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635" y="4789947"/>
            <a:ext cx="98716" cy="9871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99A5F21-FC39-4E4C-A2D1-38C4E415B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5568" y="5382725"/>
            <a:ext cx="112401" cy="11240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57F0C74-5E35-478C-85BD-F5E793265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7630" y="5332834"/>
            <a:ext cx="114718" cy="1147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F808327-221C-4525-AD07-309AE6EA4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3638" y="5283123"/>
            <a:ext cx="117492" cy="11749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3A3FDE5-9DD0-4D33-8050-349A39C6D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7594" y="5108198"/>
            <a:ext cx="111044" cy="1110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393B28D-CC8E-426F-B69C-8ED8CB629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5698" y="4513062"/>
            <a:ext cx="107431" cy="10743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F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0B5EB343-F44D-439E-A0B9-982890117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7214" y="4360468"/>
            <a:ext cx="102009" cy="10200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A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751644AC-268C-4338-9C47-EC99D8D7C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951" y="3915313"/>
            <a:ext cx="100211" cy="10021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9E9369F-FC9F-4A4B-9F91-C511122ED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11" y="2814899"/>
            <a:ext cx="115455" cy="1154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0E4478B4-A25B-45F8-99CB-4650F8218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0002" y="2041142"/>
            <a:ext cx="114781" cy="11478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A3963D86-4088-403C-9CA9-4AD23DEE5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8440" y="1330036"/>
            <a:ext cx="102910" cy="1029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68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20EB16C6-605A-42DB-B5BA-F1EF1B2E7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4888" y="923551"/>
            <a:ext cx="113697" cy="11369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A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7E73A0B2-F2B1-429A-A64F-82D84D808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0995" y="1033629"/>
            <a:ext cx="105918" cy="1059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981B4932-CC0F-4BE8-A42F-A090EF558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9285" y="742969"/>
            <a:ext cx="122111" cy="12211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68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21F6271B-9CDF-43BD-80CF-73604D2BF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2944" y="866831"/>
            <a:ext cx="106104" cy="1061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59A7BBB6-5426-4F18-858C-88A968FC2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4671" y="920974"/>
            <a:ext cx="115484" cy="11548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63A1679E-DE07-46CB-86BB-23BDB1ACE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5789" y="920042"/>
            <a:ext cx="100792" cy="10079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4FF23D0C-1A4A-4BA9-AC08-5DDB022BD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3044" y="1206252"/>
            <a:ext cx="116258" cy="11625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07255E44-28DF-4451-8B0C-41470AA07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3503" y="4733844"/>
            <a:ext cx="133353" cy="13335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C96E7A4F-D61E-44AC-8E0D-C24B9ED74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9131" y="5032103"/>
            <a:ext cx="139591" cy="13959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A8AC44E5-5F31-4409-AB5F-22AA3DD3C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6269" y="5353685"/>
            <a:ext cx="143940" cy="1439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A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5D9FF10E-31F7-4586-98E6-F6F69F561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9580" y="5312484"/>
            <a:ext cx="130615" cy="13061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68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D3EFC653-437F-4366-A7C4-712A5F330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3253" y="5555616"/>
            <a:ext cx="146341" cy="14634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55D97967-4EF1-4B6D-A61A-32A75DD43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8676" y="5010957"/>
            <a:ext cx="152957" cy="15295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68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2664557C-E07E-4764-937C-325269ED4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6735" y="4855284"/>
            <a:ext cx="144581" cy="14458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68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CEADF2DA-A416-410D-8C9B-24F933903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609" y="4492353"/>
            <a:ext cx="136501" cy="13650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D35DA665-A7D8-459B-A7B9-F9DF58500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223" y="1563125"/>
            <a:ext cx="147651" cy="14765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F353A9AF-45A1-42EE-B493-5ACCE144F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2266" y="921721"/>
            <a:ext cx="156273" cy="1562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F9A96444-EECA-49BD-8C78-A90033A98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5165" y="720623"/>
            <a:ext cx="155545" cy="15554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988FAD4E-0BEC-42D1-8CD5-C468926AB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4360" y="817510"/>
            <a:ext cx="140691" cy="14069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1159D586-3715-4166-9A2F-8036A3B38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7915" y="633584"/>
            <a:ext cx="145019" cy="14501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68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F2A7D254-8D9C-45FF-BEEB-5379109AF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1371600"/>
            <a:ext cx="647700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E9E9E9"/>
          </a:solidFill>
          <a:ln xmlns:a="http://schemas.openxmlformats.org/drawingml/2006/main" w="9525">
            <a:solidFill>
              <a:srgbClr val="BDBDB8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14B22E02-FACF-4F85-946A-C7F25DC8E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1714500"/>
            <a:ext cx="57531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111111"/>
                </a:solidFill>
              </a:defRPr>
            </a:pPr>
            <a:r>
              <a:rPr sz="3150" b="1">
                <a:solidFill>
                  <a:srgbClr val="111111"/>
                </a:solidFill>
              </a:rPr>
              <a:t>CLARITY MAKES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3CD91CC3-FF34-418E-AEAD-143CD7931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2266950"/>
            <a:ext cx="5753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675" b="1">
                <a:solidFill>
                  <a:srgbClr val="007A64"/>
                </a:solidFill>
              </a:defRPr>
            </a:pPr>
            <a:r>
              <a:rPr sz="3675" b="1">
                <a:solidFill>
                  <a:srgbClr val="007A64"/>
                </a:solidFill>
              </a:rPr>
              <a:t>COMPLEXITY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8395E671-1C27-4049-A483-4B0FB7869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2876550"/>
            <a:ext cx="5753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75" b="1">
                <a:solidFill>
                  <a:srgbClr val="111111"/>
                </a:solidFill>
              </a:defRPr>
            </a:pPr>
            <a:r>
              <a:rPr sz="3375" b="1">
                <a:solidFill>
                  <a:srgbClr val="111111"/>
                </a:solidFill>
              </a:rPr>
              <a:t>UNDERSTANDABLE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C35F1ECF-4849-40E5-AEC1-7540A90F2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3562350"/>
            <a:ext cx="5753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77772"/>
                </a:solidFill>
              </a:defRPr>
            </a:pPr>
            <a:r>
              <a:rPr sz="1350" b="1">
                <a:solidFill>
                  <a:srgbClr val="777772"/>
                </a:solidFill>
              </a:rPr>
              <a:t>WITHOUT REMOVING ITS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DAA05D67-4359-4F62-BC25-44F63DD92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3905250"/>
            <a:ext cx="5753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F59A00"/>
                </a:solidFill>
              </a:defRPr>
            </a:pPr>
            <a:r>
              <a:rPr sz="3000" b="1">
                <a:solidFill>
                  <a:srgbClr val="F59A00"/>
                </a:solidFill>
              </a:rPr>
              <a:t>CHARACTER.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E5177A0B-EFB9-4F33-9BC1-E43FE5B9A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934075"/>
            <a:ext cx="84772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DBDB8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633C0B1B-DC29-4189-83C6-6D4041B71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6057900"/>
            <a:ext cx="4019550" cy="257175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9E9E9"/>
          </a:solidFill>
          <a:ln xmlns:a="http://schemas.openxmlformats.org/drawingml/2006/main" w="9525">
            <a:solidFill>
              <a:srgbClr val="BDBDB8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E0026687-5201-41FD-9E97-8B9A85D96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6057900"/>
            <a:ext cx="990600" cy="257175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5CB4D9BD-6C0D-4902-8F79-6ACCCA1E1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6105525"/>
            <a:ext cx="1809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111111"/>
                </a:solidFill>
              </a:defRPr>
            </a:pPr>
            <a:r>
              <a:rPr sz="675" b="0">
                <a:solidFill>
                  <a:srgbClr val="111111"/>
                </a:solidFill>
              </a:rPr>
              <a:t>Home       Portfolio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FA3EE7BB-752D-4D93-A910-0695B4F7B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6105525"/>
            <a:ext cx="990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</a:defRPr>
            </a:pPr>
            <a:r>
              <a:rPr sz="675" b="1">
                <a:solidFill>
                  <a:srgbClr val="FFFFFF"/>
                </a:solidFill>
              </a:rPr>
              <a:t>About Me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6C7B31F2-B7AE-41EA-BE94-08D73D5EA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6105525"/>
            <a:ext cx="781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111111"/>
                </a:solidFill>
              </a:defRPr>
            </a:pPr>
            <a:r>
              <a:rPr sz="675" b="0">
                <a:solidFill>
                  <a:srgbClr val="111111"/>
                </a:solidFill>
              </a:rPr>
              <a:t>Contact</a:t>
            </a:r>
          </a:p>
        </p:txBody>
      </p:sp>
    </p:spTree>
    <p:extLst>
      <p:ext uri="{BB962C8B-B14F-4D97-AF65-F5344CB8AC3E}">
        <p14:creationId xmlns:p14="http://schemas.microsoft.com/office/powerpoint/2010/main" val="106774953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E9E9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6052597-6C4E-4E25-B9FE-AFC80B457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00050"/>
            <a:ext cx="8782050" cy="6057900"/>
          </a:xfrm>
          <a:prstGeom xmlns:a="http://schemas.openxmlformats.org/drawingml/2006/main" prst="roundRect">
            <a:avLst>
              <a:gd name="adj" fmla="val 2516"/>
            </a:avLst>
          </a:prstGeom>
          <a:solidFill xmlns:a="http://schemas.openxmlformats.org/drawingml/2006/main">
            <a:srgbClr val="E9E9E9"/>
          </a:solidFill>
          <a:ln xmlns:a="http://schemas.openxmlformats.org/drawingml/2006/main" w="9525">
            <a:solidFill>
              <a:srgbClr val="BDBDB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5E55FC-9074-424C-A8B7-645EA4235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66750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77772"/>
                </a:solidFill>
              </a:defRPr>
            </a:pPr>
            <a:r>
              <a:rPr sz="825" b="1">
                <a:solidFill>
                  <a:srgbClr val="777772"/>
                </a:solidFill>
              </a:rPr>
              <a:t>ABOUT ME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F50CD5-97DE-4866-8BD2-358E83141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45720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968C7"/>
                </a:solidFill>
              </a:defRPr>
            </a:pPr>
            <a:r>
              <a:rPr sz="900" b="1">
                <a:solidFill>
                  <a:srgbClr val="0968C7"/>
                </a:solidFill>
              </a:rPr>
              <a:t>TRAVERSE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C29868-0E7A-49A4-9DC6-0471097C3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7810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05 / 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4F7ABE-249D-40B7-AD79-58FC70D13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1333500"/>
            <a:ext cx="23622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Quiet origin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8110C3-15B8-4575-A62E-412F9BEBA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400300"/>
            <a:ext cx="23622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77772"/>
                </a:solidFill>
              </a:defRPr>
            </a:pPr>
            <a:r>
              <a:rPr sz="1125" b="0">
                <a:solidFill>
                  <a:srgbClr val="777772"/>
                </a:solidFill>
              </a:rPr>
              <a:t>The environment withdraws for prose, highlights and a poster stack.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C12FDF-050F-41BF-BFE6-084397DF0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60007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968C7"/>
                </a:solidFill>
              </a:defRPr>
            </a:pPr>
            <a:r>
              <a:rPr sz="825" b="1">
                <a:solidFill>
                  <a:srgbClr val="0968C7"/>
                </a:solidFill>
              </a:rPr>
              <a:t>SCROLL ↓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7D0A8D-D67B-4082-9791-A2B3E2C40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0584" y="1745452"/>
            <a:ext cx="44713" cy="4471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3E8183-DDF8-47F9-8141-F0C4EB643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9989" y="1746302"/>
            <a:ext cx="44190" cy="441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3E59BA-9857-4437-BFA3-6F2502959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9366" y="4095691"/>
            <a:ext cx="44298" cy="4429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E4BA91-71A2-43D8-AB09-E63307493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2059" y="5696925"/>
            <a:ext cx="24378" cy="2437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0EA494-59CA-4504-8D14-CB31FA90E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523" y="5202326"/>
            <a:ext cx="58345" cy="5834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C196A8-6F59-46FD-BAEF-74890A59E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8772" y="5352025"/>
            <a:ext cx="57260" cy="572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A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95E1E0-B37C-4697-AF14-BDD6BAA29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219" y="2668256"/>
            <a:ext cx="38075" cy="380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CFBB10-D45C-4E21-A782-8985897EF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4914" y="2577408"/>
            <a:ext cx="43153" cy="4315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FE25241-0601-41F4-9AB4-228A4ED85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1082" y="3153810"/>
            <a:ext cx="51594" cy="5159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0DDC79B-B3B1-4DC0-9F05-BB85A2E91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9837" y="3920581"/>
            <a:ext cx="32067" cy="3206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14F0381-45AD-4F55-BAC9-775281DB8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4357" y="5043877"/>
            <a:ext cx="44580" cy="445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68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C1937E1-BDF1-4E68-8E07-0D511C127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5405" y="1345943"/>
            <a:ext cx="53535" cy="535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37B20DF-E73A-4660-AD9F-EC854BCDB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1235" y="3196716"/>
            <a:ext cx="62966" cy="6296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C20F2F9-37E1-4AD2-BB57-0139CC815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6409" y="3083874"/>
            <a:ext cx="39161" cy="391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F209D0D-2FBF-4479-A575-5B00CEEC3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1982" y="4376937"/>
            <a:ext cx="59010" cy="590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EC24237-5CAF-4F55-96AB-BEFA8E076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0958" y="3743415"/>
            <a:ext cx="41627" cy="4162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A5C6E79-4E87-4E47-AA2F-0FACA2A63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928" y="2957605"/>
            <a:ext cx="19051" cy="1905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967F554-29E8-4ACE-909D-B41C9B69C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2413" y="2609683"/>
            <a:ext cx="19646" cy="1964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D71490E-E326-433D-909A-61CD5E57A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5480" y="3967852"/>
            <a:ext cx="25965" cy="2596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E5D13EC-C8DF-4B81-A172-810421473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8629" y="4951021"/>
            <a:ext cx="57778" cy="5777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80C2A82-CB53-44F3-9BD6-BE514E8B6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2684" y="5545087"/>
            <a:ext cx="61471" cy="6147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74AB414-C8A1-468B-972B-2EBEAB414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8638" y="5524062"/>
            <a:ext cx="62555" cy="625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7A6392A-1590-4503-8534-988CA8BB6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3836" y="2271681"/>
            <a:ext cx="64208" cy="642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21CE717-11D9-4E3B-8D50-A6CCAF146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8835" y="2608582"/>
            <a:ext cx="19079" cy="1907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BD22492-2555-4F39-A25A-E6E55C831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238250"/>
            <a:ext cx="4572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11111"/>
                </a:solidFill>
              </a:defRPr>
            </a:pPr>
            <a:r>
              <a:rPr sz="2775" b="1">
                <a:solidFill>
                  <a:srgbClr val="111111"/>
                </a:solidFill>
              </a:rPr>
              <a:t>I learned that first</a:t>
            </a:r>
          </a:p>
          <a:p xmlns:a="http://schemas.openxmlformats.org/drawingml/2006/main">
            <a:pPr algn="l">
              <a:defRPr sz="2775" b="1">
                <a:solidFill>
                  <a:srgbClr val="111111"/>
                </a:solidFill>
              </a:defRPr>
            </a:pPr>
            <a:r>
              <a:rPr sz="2775" b="1">
                <a:solidFill>
                  <a:srgbClr val="111111"/>
                </a:solidFill>
              </a:rPr>
              <a:t>through graphic design.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5A71CB0-983E-4C5E-AFD2-295AC3348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457450"/>
            <a:ext cx="5334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Type, image and rhythm can turn noise into meaning</a:t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without erasing its energy.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5C5D85A-F103-4F47-A1DB-762370B56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505200"/>
            <a:ext cx="2546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968C7"/>
                </a:solidFill>
              </a:defRPr>
            </a:pPr>
            <a:r>
              <a:rPr sz="1500" b="1">
                <a:solidFill>
                  <a:srgbClr val="0968C7"/>
                </a:solidFill>
              </a:rPr>
              <a:t>TYPE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DAFE422-5211-4BEB-A666-680EE1D02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1700" y="3505200"/>
            <a:ext cx="2546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59A00"/>
                </a:solidFill>
              </a:defRPr>
            </a:pPr>
            <a:r>
              <a:rPr sz="1500" b="1">
                <a:solidFill>
                  <a:srgbClr val="F59A00"/>
                </a:solidFill>
              </a:rPr>
              <a:t>IMAGE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C9B84D8-749D-490D-8554-BA9A2E73B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8050" y="3505200"/>
            <a:ext cx="2546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07A64"/>
                </a:solidFill>
              </a:defRPr>
            </a:pPr>
            <a:r>
              <a:rPr sz="1500" b="1">
                <a:solidFill>
                  <a:srgbClr val="007A64"/>
                </a:solidFill>
              </a:rPr>
              <a:t>RHYTHM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B236474-70B4-44BA-AED0-89D2D79A0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360000">
            <a:off x="6943725" y="1714500"/>
            <a:ext cx="1143000" cy="1676400"/>
          </a:xfrm>
          <a:prstGeom xmlns:a="http://schemas.openxmlformats.org/drawingml/2006/main" prst="roundRect">
            <a:avLst>
              <a:gd name="adj" fmla="val 1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DBDB8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D729021-6BE8-40C2-8192-1CC95E94A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2673" y="1889173"/>
            <a:ext cx="69754" cy="6975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691E96F-B230-4444-9FCC-1D01629AC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0190" y="1892853"/>
            <a:ext cx="62395" cy="623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2F5F29B-0B51-4B69-8DAB-00C319462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7896" y="1896721"/>
            <a:ext cx="54657" cy="5465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68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E820EA1-996E-4682-A298-0C82DA14D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9703" y="1904690"/>
            <a:ext cx="38720" cy="387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A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97FE14F-F3E7-44B9-B1B4-C6DBD761E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0970" y="1902120"/>
            <a:ext cx="43860" cy="43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F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E7E99F3-748A-49B4-A55E-FAC994872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7107" y="2145067"/>
            <a:ext cx="60887" cy="6088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68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E168255-03AA-41D3-87ED-0E358C0B6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5944" y="2150067"/>
            <a:ext cx="50886" cy="5088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A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8A67493-36E3-4C05-AD23-98BD93AC2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8920" y="2141530"/>
            <a:ext cx="67961" cy="679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68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C118467-E56C-44BA-82D2-E81B0A0CA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3560" y="2402980"/>
            <a:ext cx="47980" cy="479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96DA341-54B4-4181-8D7B-CA53F4003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2103" y="2397686"/>
            <a:ext cx="58569" cy="5856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9CBD41F-9498-41CA-919A-670C51DAF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5222" y="2406967"/>
            <a:ext cx="40006" cy="4000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F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04806AE-9D6C-4638-9FC3-EEA2A3389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4054" y="2401962"/>
            <a:ext cx="50016" cy="5001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EB6F2CB-A76C-4FCC-902B-A8FD5A69D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1306" y="2395376"/>
            <a:ext cx="63188" cy="6318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EBC8C96-B495-4DFE-A0A7-2EABF809E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4187" y="2655067"/>
            <a:ext cx="46725" cy="46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7A3CFC1-E80C-406F-B3E1-56F8B25C0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5577" y="2642619"/>
            <a:ext cx="71622" cy="7162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A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7ED671DC-83A9-4575-A3C7-395647053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5670" y="2648875"/>
            <a:ext cx="59110" cy="591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B27297D2-1D0F-4CF0-AF8F-2485F2B45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3383" y="2648913"/>
            <a:ext cx="59033" cy="5903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9B03287C-B5F6-4635-94F6-858C8829A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7038" y="2899378"/>
            <a:ext cx="61024" cy="610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F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1B501355-B6E6-4C7A-BFC8-D85240C39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6819" y="2907647"/>
            <a:ext cx="44486" cy="4448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A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590C0729-AFE6-4255-9602-1E0D87C9D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3917" y="3157717"/>
            <a:ext cx="47265" cy="4726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68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C2B0D104-A438-4068-B5A9-194B6F650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5988" y="3162113"/>
            <a:ext cx="38473" cy="384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F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E5450BA9-73DC-40AF-8330-EFCE38FC6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2005" y="3150455"/>
            <a:ext cx="61791" cy="6179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68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C3C03AB1-B79E-40F6-ACB1-8B2000A56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40000">
            <a:off x="7305675" y="1504950"/>
            <a:ext cx="1143000" cy="1676400"/>
          </a:xfrm>
          <a:prstGeom xmlns:a="http://schemas.openxmlformats.org/drawingml/2006/main" prst="roundRect">
            <a:avLst>
              <a:gd name="adj" fmla="val 1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DBDB8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DA05D40D-630D-4812-9C3B-6F671B9F3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2895" y="1677895"/>
            <a:ext cx="73210" cy="732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A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49703C32-9647-4CC8-A3CB-7B1B4B235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8494" y="1689656"/>
            <a:ext cx="49687" cy="4968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68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A5784E29-1B4F-4D8F-A701-E5C7920AD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2302" y="1681952"/>
            <a:ext cx="65097" cy="6509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68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51E181B6-5616-4523-829D-D30C25C02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2326" y="1944948"/>
            <a:ext cx="42024" cy="420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5EAD51E2-53E7-4B31-AF4D-81CA74AAE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3814" y="1932599"/>
            <a:ext cx="66722" cy="6672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68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E74B9896-A3B0-49B0-80BF-0B6E8C294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726" y="1942674"/>
            <a:ext cx="46572" cy="465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39781BC7-20F0-440D-A3B2-1310E57AC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9012" y="1930122"/>
            <a:ext cx="71676" cy="7167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F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725C08CF-70E7-47E8-88B3-B5DB18B77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2977" y="2180897"/>
            <a:ext cx="73046" cy="7304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68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9494F5F3-00F6-4C65-84A8-10406AEA5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0139" y="2190384"/>
            <a:ext cx="54072" cy="540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65CAA24D-39AE-45EB-9616-714E7DC77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9579" y="2185987"/>
            <a:ext cx="62866" cy="6286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FA88ECA1-73CD-41DA-B097-6A164C978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7224" y="2446604"/>
            <a:ext cx="44552" cy="445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F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F6652E0C-2A0C-44AF-A98F-10B0FD1A6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8952" y="2434495"/>
            <a:ext cx="68770" cy="687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F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AF9AE084-5666-45F9-AFD7-A38D0A2D7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3152" y="2434857"/>
            <a:ext cx="68046" cy="6804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2BFC9163-6290-4703-B1E5-4581ED881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3145" y="2437175"/>
            <a:ext cx="63410" cy="634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450780E5-DC30-4624-8D0B-A60161DED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134" y="2690974"/>
            <a:ext cx="58731" cy="5873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A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8A09C83A-C629-44CA-8312-E7ADD5829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2860" y="2689863"/>
            <a:ext cx="60955" cy="609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68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7CDC3CC9-264D-44DD-AC2E-A3E7271E5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7881" y="2701046"/>
            <a:ext cx="38589" cy="385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F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41038A3F-9A1B-44A7-A036-B25E141C3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2938" y="2692266"/>
            <a:ext cx="56148" cy="561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216C331C-1E1C-4627-B30C-2C1E97A07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1346" y="2686836"/>
            <a:ext cx="67007" cy="6700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197E9014-55D6-4771-88F5-BCF5543DB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9684" y="2941984"/>
            <a:ext cx="59633" cy="5963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A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51650729-CEF5-4831-81C0-B757E204A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5489" y="2933952"/>
            <a:ext cx="75697" cy="7569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B79A4164-3937-466F-81F1-B1609531B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1736" y="2936361"/>
            <a:ext cx="70879" cy="7087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8BE84F28-1A31-41F9-BA2F-113478354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8837" y="2949624"/>
            <a:ext cx="44351" cy="4435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8772176B-49C6-4468-9D77-2BCA46ED2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9539" y="2936489"/>
            <a:ext cx="70622" cy="7062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A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5EA8CADC-6BF2-49D8-A896-EFA6E99A5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934075"/>
            <a:ext cx="84772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DBDB8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D607509C-CC9F-42AC-8562-F5060A551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6057900"/>
            <a:ext cx="4019550" cy="257175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9E9E9"/>
          </a:solidFill>
          <a:ln xmlns:a="http://schemas.openxmlformats.org/drawingml/2006/main" w="9525">
            <a:solidFill>
              <a:srgbClr val="BDBDB8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94221973-3262-4686-A664-33A7F7F47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6057900"/>
            <a:ext cx="990600" cy="257175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8EBD6182-3C2C-48CB-851E-B177505D3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6105525"/>
            <a:ext cx="1809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111111"/>
                </a:solidFill>
              </a:defRPr>
            </a:pPr>
            <a:r>
              <a:rPr sz="675" b="0">
                <a:solidFill>
                  <a:srgbClr val="111111"/>
                </a:solidFill>
              </a:rPr>
              <a:t>Home       Portfolio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165C0BA1-C758-4829-936D-3AC99099F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6105525"/>
            <a:ext cx="990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</a:defRPr>
            </a:pPr>
            <a:r>
              <a:rPr sz="675" b="1">
                <a:solidFill>
                  <a:srgbClr val="FFFFFF"/>
                </a:solidFill>
              </a:rPr>
              <a:t>About Me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3C7C26E0-AF4E-4BCC-AB89-C3BD534B8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6105525"/>
            <a:ext cx="781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111111"/>
                </a:solidFill>
              </a:defRPr>
            </a:pPr>
            <a:r>
              <a:rPr sz="675" b="0">
                <a:solidFill>
                  <a:srgbClr val="111111"/>
                </a:solidFill>
              </a:rPr>
              <a:t>Contact</a:t>
            </a:r>
          </a:p>
        </p:txBody>
      </p:sp>
    </p:spTree>
    <p:extLst>
      <p:ext uri="{BB962C8B-B14F-4D97-AF65-F5344CB8AC3E}">
        <p14:creationId xmlns:p14="http://schemas.microsoft.com/office/powerpoint/2010/main" val="39169350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E9E9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89EBBD0-7BC1-4AA1-940C-2119E19D0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00050"/>
            <a:ext cx="8782050" cy="6057900"/>
          </a:xfrm>
          <a:prstGeom xmlns:a="http://schemas.openxmlformats.org/drawingml/2006/main" prst="roundRect">
            <a:avLst>
              <a:gd name="adj" fmla="val 2516"/>
            </a:avLst>
          </a:prstGeom>
          <a:solidFill xmlns:a="http://schemas.openxmlformats.org/drawingml/2006/main">
            <a:srgbClr val="E9E9E9"/>
          </a:solidFill>
          <a:ln xmlns:a="http://schemas.openxmlformats.org/drawingml/2006/main" w="9525">
            <a:solidFill>
              <a:srgbClr val="BDBDB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0C54E0-B10F-49F0-A648-960E13D66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66750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77772"/>
                </a:solidFill>
              </a:defRPr>
            </a:pPr>
            <a:r>
              <a:rPr sz="825" b="1">
                <a:solidFill>
                  <a:srgbClr val="777772"/>
                </a:solidFill>
              </a:rPr>
              <a:t>ABOUT ME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68DF7C-5797-4433-BB40-BBCB6512C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45720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968C7"/>
                </a:solidFill>
              </a:defRPr>
            </a:pPr>
            <a:r>
              <a:rPr sz="900" b="1">
                <a:solidFill>
                  <a:srgbClr val="0968C7"/>
                </a:solidFill>
              </a:rPr>
              <a:t>TRAVERSE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990135-1AF9-4976-828A-1165CE889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7810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06 / 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0BA0A9-01F8-4C23-A084-83009600A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1333500"/>
            <a:ext cx="23622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Emerge into structure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9D85FD-70C3-46A4-A9E4-128BB977A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400300"/>
            <a:ext cx="23622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77772"/>
                </a:solidFill>
              </a:defRPr>
            </a:pPr>
            <a:r>
              <a:rPr sz="1125" b="0">
                <a:solidFill>
                  <a:srgbClr val="777772"/>
                </a:solidFill>
              </a:rPr>
              <a:t>The cloud resolves into a floor grid containing disciplines and client proof.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47A129-667A-401B-8F2B-FBB3FF588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60007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968C7"/>
                </a:solidFill>
              </a:defRPr>
            </a:pPr>
            <a:r>
              <a:rPr sz="825" b="1">
                <a:solidFill>
                  <a:srgbClr val="0968C7"/>
                </a:solidFill>
              </a:rPr>
              <a:t>SCROLL ↓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35ED68-E325-4CF6-AABA-56E766C2F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0483" y="2252663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A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87DDF4-A5AF-46D3-BE6A-0C0B5D4F9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0498" y="2252663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6E0747-D2FE-43E6-B867-9A297262F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0513" y="2252663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BE547D-8179-424E-8D76-CD4C547F0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0528" y="2252663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BCAB98-CAB6-4AF1-9798-B684C755A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0543" y="2252663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1E4DC1-340C-41AE-AAC4-D5EDEC193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0558" y="2252663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AFC9F8-67CB-4A8A-AD80-B737240CE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0573" y="2252663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149865D-7AEC-4D91-B17F-C06945AAD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0588" y="2252663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AA102EB-1175-4A42-91F8-25A4EA789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0603" y="2252663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2C70B4B-6732-4EFB-973C-65987A06B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0618" y="2252663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30356E5-F7CB-47E5-B6DB-724FDFADA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0633" y="2252663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7933EFC-0D7E-4450-90E2-D7E817985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0648" y="2252663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BEB5021-05C0-4DD6-8760-393EDADAA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0663" y="2252663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A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D0E569C-BBB4-473C-83BA-DFAC58C84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0678" y="2252663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40C75E1-BDD4-41BF-8872-E86E6C809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0693" y="2252663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1439C79-FE2A-42B5-9D07-01F56B512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2982" y="2401204"/>
            <a:ext cx="39461" cy="394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B03C123-7651-4EEA-B678-A49E464A7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9005" y="2401204"/>
            <a:ext cx="39461" cy="394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01AB29C-FE73-4EB7-B64A-51F461A2A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5028" y="2401204"/>
            <a:ext cx="39461" cy="394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B142BC0-7714-46C3-B47D-59EC16567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1052" y="2401204"/>
            <a:ext cx="39461" cy="394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1172EAA-85BD-4E57-9BAE-96B1946F6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7075" y="2401204"/>
            <a:ext cx="39461" cy="394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9485A65-655F-4766-9674-31AEEABB0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3098" y="2401204"/>
            <a:ext cx="39461" cy="394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DFCC59F-C4AB-4063-9FB2-C052DABE7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9121" y="2401204"/>
            <a:ext cx="39461" cy="394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E2CA8FA-72B2-45A2-9760-6A404F10E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145" y="2401204"/>
            <a:ext cx="39461" cy="394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2ADE29F-657B-4306-A500-7E592F0A4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1168" y="2401204"/>
            <a:ext cx="39461" cy="394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5C29277-3700-44AF-88F2-71C5616E5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191" y="2401204"/>
            <a:ext cx="39461" cy="394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02D1206-6EC0-4D44-99D3-8D2882D73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3214" y="2401204"/>
            <a:ext cx="39461" cy="394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F943E27-D91F-4F1C-9435-EB3A4928F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9238" y="2401204"/>
            <a:ext cx="39461" cy="394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A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94C775E-3CA4-41DF-8420-7A75B317A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5261" y="2401204"/>
            <a:ext cx="39461" cy="394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3ADA1AF-40EF-4911-8F3A-55EE87300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1284" y="2401204"/>
            <a:ext cx="39461" cy="394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A6D24A4-A277-40FB-B38A-C7E1F9720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7307" y="2401204"/>
            <a:ext cx="39461" cy="394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3B9E61A-BE3C-44FD-8E79-F9706B74A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5481" y="2692670"/>
            <a:ext cx="50346" cy="5034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AF8EBDD-7BDC-4606-994F-9E43C6916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7513" y="2692670"/>
            <a:ext cx="50346" cy="5034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86139F9-2AB8-4F3F-9FA9-9F9FDC35D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544" y="2692670"/>
            <a:ext cx="50346" cy="5034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A9926AD-AEED-42FF-A7AA-DF13D26F9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1576" y="2692670"/>
            <a:ext cx="50346" cy="5034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CFEA209-3D4B-4D02-871A-B7E92FA07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607" y="2692670"/>
            <a:ext cx="50346" cy="5034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49441A8-BB69-4CB1-8AFF-31ACCD5A8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5639" y="2692670"/>
            <a:ext cx="50346" cy="5034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D8CBE47-AECB-4DDE-8769-0DFA1C0A9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7670" y="2692670"/>
            <a:ext cx="50346" cy="5034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F1E4343-1539-4B34-BA81-2E0472A64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9702" y="2692670"/>
            <a:ext cx="50346" cy="5034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5EC83A0-0B68-4C14-94FF-CDD9F012A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1733" y="2692670"/>
            <a:ext cx="50346" cy="5034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BEFC1EB-4F25-4FE6-991B-CB35D275D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3765" y="2692670"/>
            <a:ext cx="50346" cy="5034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C9A34A9-987C-41E1-924A-F8327C0F1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5796" y="2692670"/>
            <a:ext cx="50346" cy="5034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A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4149574-5C34-4CA4-953B-627944BA4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7828" y="2692670"/>
            <a:ext cx="50346" cy="5034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C6FA51F-287B-44FB-8A5D-4A5957C35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9859" y="2692670"/>
            <a:ext cx="50346" cy="5034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2973CAA-0FCA-4563-B316-2F96D7AD8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1891" y="2692670"/>
            <a:ext cx="50346" cy="5034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214AF977-F5B1-4ECE-8A81-DEB97B622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3922" y="2692670"/>
            <a:ext cx="50346" cy="5034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E73A776F-016C-43A5-B313-45982A53E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981" y="3081642"/>
            <a:ext cx="61232" cy="612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5EAD7763-A654-4086-BAAF-2099173C6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6020" y="3081642"/>
            <a:ext cx="61232" cy="612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311EF022-8844-44ED-80E2-AF9D70250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4060" y="3081642"/>
            <a:ext cx="61232" cy="612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4D0305C2-974D-4B28-82CC-01010D3AF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2100" y="3081642"/>
            <a:ext cx="61232" cy="612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29D9ECDB-EF72-4791-9020-D1D8B3655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0140" y="3081642"/>
            <a:ext cx="61232" cy="612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431A3431-9C6C-4019-BF43-D1FACE4F1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79" y="3081642"/>
            <a:ext cx="61232" cy="612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82410BFC-36CE-450E-ABAC-3EE532EB4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6219" y="3081642"/>
            <a:ext cx="61232" cy="612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6833B9FB-E86E-4607-9279-BDB24DC69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259" y="3081642"/>
            <a:ext cx="61232" cy="612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523C1D85-E5A3-404B-8861-C33FB2E8D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2299" y="3081642"/>
            <a:ext cx="61232" cy="612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56750241-9F2B-473C-985A-4DFAEEC49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0338" y="3081642"/>
            <a:ext cx="61232" cy="612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A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24EE7F2E-E076-4768-BFDA-381B0713C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378" y="3081642"/>
            <a:ext cx="61232" cy="612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5E3EEF48-0F20-41D7-8A12-DB9A372D2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6418" y="3081642"/>
            <a:ext cx="61232" cy="612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0ADD90BC-4175-4218-BDF7-09E5D1720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4458" y="3081642"/>
            <a:ext cx="61232" cy="612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BD6F46BE-E90E-48CC-8C6C-B2CB13F4C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2497" y="3081642"/>
            <a:ext cx="61232" cy="612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A9450985-1749-48CC-8CBD-F8EB05F2F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0537" y="3081642"/>
            <a:ext cx="61232" cy="612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AA356B24-95FB-430D-9CB3-6334815A1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480" y="3551183"/>
            <a:ext cx="72118" cy="721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01B11015-D28E-4189-9A98-91DC692D5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4528" y="3551183"/>
            <a:ext cx="72118" cy="721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3C1DD20B-07D4-4CF6-A50F-C431BBC7D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8576" y="3551183"/>
            <a:ext cx="72118" cy="721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A108877D-9F9A-42C2-BDBD-A6864D7D7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2624" y="3551183"/>
            <a:ext cx="72118" cy="721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4804FD0A-D3F3-4BEA-8FD9-2B16EC830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6672" y="3551183"/>
            <a:ext cx="72118" cy="721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B714323C-20F5-49D0-B914-770517A57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0720" y="3551183"/>
            <a:ext cx="72118" cy="721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EE9ADAA7-F536-4BC5-BEE0-A8622190C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4768" y="3551183"/>
            <a:ext cx="72118" cy="721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71E3CA13-0BBA-4224-BE78-2871B4AB8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8816" y="3551183"/>
            <a:ext cx="72118" cy="721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06C37350-43E5-4263-B472-03798D92E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2864" y="3551183"/>
            <a:ext cx="72118" cy="721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A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930289CD-CACB-4799-8502-CFA7E17AF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6912" y="3551183"/>
            <a:ext cx="72118" cy="721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1FABF7D2-4151-4B38-BAD5-50D61AAE5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0960" y="3551183"/>
            <a:ext cx="72118" cy="721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EA975FCE-9F8B-4816-9CC5-1B31934F4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5008" y="3551183"/>
            <a:ext cx="72118" cy="721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855D2617-21F2-459F-881D-9496BE624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9056" y="3551183"/>
            <a:ext cx="72118" cy="721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EDDE6162-5098-4A7B-AA4B-726C9902C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3104" y="3551183"/>
            <a:ext cx="72118" cy="721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A8E9AAC7-D117-49F1-BCA7-02B82E4C5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7152" y="3551183"/>
            <a:ext cx="72118" cy="721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699DD10B-681D-4823-8C06-C874A9558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2979" y="4091314"/>
            <a:ext cx="83004" cy="83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819C54B8-AAF8-46B8-9670-061C4F0FD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3036" y="4091314"/>
            <a:ext cx="83004" cy="83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C6591A5B-1584-4D12-BE8F-6F1E05B37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3092" y="4091314"/>
            <a:ext cx="83004" cy="83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BB542C43-0C37-402D-9822-7BF14C8E2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3148" y="4091314"/>
            <a:ext cx="83004" cy="83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D1B82B6D-14E4-4FC7-8BBA-569525ED7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3204" y="4091314"/>
            <a:ext cx="83004" cy="83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0604E034-74DA-4664-9446-2E952F0B5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3261" y="4091314"/>
            <a:ext cx="83004" cy="83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BD80D69A-F8F8-4314-B1FC-1301A82D0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3317" y="4091314"/>
            <a:ext cx="83004" cy="83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52507D11-1FC4-4F52-9264-9FC91C3FA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3373" y="4091314"/>
            <a:ext cx="83004" cy="83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A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2DADF24A-F0E1-45CB-874F-723047089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3429" y="4091314"/>
            <a:ext cx="83004" cy="83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FA130B36-0AA4-470D-8088-37DA4B7AF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3486" y="4091314"/>
            <a:ext cx="83004" cy="83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286BEBDC-BF69-4E44-83CE-9BA382234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3542" y="4091314"/>
            <a:ext cx="83004" cy="83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7352BC97-3013-402A-837E-9B46CC5BD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3598" y="4091314"/>
            <a:ext cx="83004" cy="83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5DE11E28-2614-4615-9CF6-B900CD36A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3654" y="4091314"/>
            <a:ext cx="83004" cy="83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8FE3C7B7-1282-4EC5-BD90-8BC5847F5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3711" y="4091314"/>
            <a:ext cx="83004" cy="83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9034501A-9DAA-44BC-AA80-2738225C5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3767" y="4091314"/>
            <a:ext cx="83004" cy="83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25BCF4D2-4572-48DB-9E19-A826E4D63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479" y="4695212"/>
            <a:ext cx="93889" cy="938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618BCBC0-9361-441A-AA5C-B51FF5D3A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543" y="4695212"/>
            <a:ext cx="93889" cy="938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4947B223-09AC-4328-8176-42E68AED4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7608" y="4695212"/>
            <a:ext cx="93889" cy="938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BD66A945-0F6B-461F-849F-6FA4367BA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3672" y="4695212"/>
            <a:ext cx="93889" cy="938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CBC85546-B50C-446E-9D69-7168C8BBC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9737" y="4695212"/>
            <a:ext cx="93889" cy="938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AE8D75E2-FAFE-43C9-9C9B-A775E0C4D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5801" y="4695212"/>
            <a:ext cx="93889" cy="938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E5649D0F-72D4-4504-A018-7C537E8A9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1866" y="4695212"/>
            <a:ext cx="93889" cy="938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A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E9DD578C-F26E-497D-BF67-DDE0F042E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930" y="4695212"/>
            <a:ext cx="93889" cy="938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B594EB87-3A6D-4CCB-AAF8-3DC4F3532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3995" y="4695212"/>
            <a:ext cx="93889" cy="938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F20DD570-8001-4729-BBE5-614269055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0059" y="4695212"/>
            <a:ext cx="93889" cy="938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A072ED3B-2A6C-44C0-BDEA-6B4E1B726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6124" y="4695212"/>
            <a:ext cx="93889" cy="938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DAAA8314-58D1-414F-B4F0-CCAD47FAD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2188" y="4695212"/>
            <a:ext cx="93889" cy="938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7CB31C1F-215A-411E-8A92-575C24ABD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253" y="4695212"/>
            <a:ext cx="93889" cy="938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DAFA4C59-F5D0-4624-9B1E-661AE8634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4317" y="4695212"/>
            <a:ext cx="93889" cy="938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A8179E1A-022C-4AEC-B4C8-36DC2126F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0382" y="4695212"/>
            <a:ext cx="93889" cy="938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E20A44C5-CAB6-407F-A54A-602ACF7E6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978" y="5357813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C18B6D4F-FEA5-4755-BD07-5B046FDE7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0051" y="5357813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52FCB55D-7936-4F96-8E4C-033B72613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124" y="5357813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0475FB0D-3B56-4DD8-8AD6-0F30D6603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4197" y="5357813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83CBE39A-3F5D-4C6A-A27E-9AAA4A08C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6269" y="5357813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7E134560-2809-4AD1-8E8F-3AF9F5388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8342" y="5357813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A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7AE426DE-2499-441F-8EA9-07E5B0665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0415" y="5357813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58C4927A-3C62-4EDD-8706-0306C6953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2488" y="5357813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FEACA5FF-8E26-4166-A76E-C7E622D34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4560" y="5357813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10C030BE-06E4-4BC1-A39C-2380AF466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6633" y="5357813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7C6098EB-47B0-4951-B1D3-CEF95AFCA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8706" y="5357813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8B8AA6DB-53A5-4140-8D9D-A1FAF7FFE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0778" y="5357813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61AB63B4-9719-4873-86E9-AEE594401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851" y="5357813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F8C8BB8F-E824-4BD1-8626-48142587B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4924" y="5357813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BB668773-9CFC-4FD1-9B74-CD564C359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6997" y="5357813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F9EBA9CC-B665-4BD9-B2F1-9BE5F3689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028700"/>
            <a:ext cx="723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</a:defRPr>
            </a:pPr>
            <a:r>
              <a:rPr sz="2100" b="1">
                <a:solidFill>
                  <a:srgbClr val="111111"/>
                </a:solidFill>
              </a:rPr>
              <a:t>TODAY I WORK ACROSS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545421F0-6B9A-446E-8C23-31627BD73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38300"/>
            <a:ext cx="2546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968C7"/>
                </a:solidFill>
              </a:defRPr>
            </a:pPr>
            <a:r>
              <a:rPr sz="1500" b="1">
                <a:solidFill>
                  <a:srgbClr val="0968C7"/>
                </a:solidFill>
              </a:rPr>
              <a:t>PRODUCT + EXPERIENCE</a:t>
            </a:r>
          </a:p>
        </p:txBody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1811734E-D0FD-4B79-A805-8C9728CD6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1700" y="1638300"/>
            <a:ext cx="2546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07A64"/>
                </a:solidFill>
              </a:defRPr>
            </a:pPr>
            <a:r>
              <a:rPr sz="1500" b="1">
                <a:solidFill>
                  <a:srgbClr val="007A64"/>
                </a:solidFill>
              </a:rPr>
              <a:t>ART DIRECTION + MOTION</a:t>
            </a:r>
          </a:p>
        </p:txBody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C92C4D1D-3AEE-4C98-B2C1-8771DF64F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8050" y="1638300"/>
            <a:ext cx="2546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59A00"/>
                </a:solidFill>
              </a:defRPr>
            </a:pPr>
            <a:r>
              <a:rPr sz="1500" b="1">
                <a:solidFill>
                  <a:srgbClr val="F59A00"/>
                </a:solidFill>
              </a:rPr>
              <a:t>3D + CREATIVE ENGINEERING</a:t>
            </a:r>
          </a:p>
        </p:txBody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C803417B-B0CE-427E-B78A-65807B2E4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400300"/>
            <a:ext cx="723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11111"/>
                </a:solidFill>
              </a:defRPr>
            </a:pPr>
            <a:r>
              <a:rPr sz="2100" b="1">
                <a:solidFill>
                  <a:srgbClr val="111111"/>
                </a:solidFill>
              </a:rPr>
              <a:t>FIND THE STRUCTURE.  MAKE IT USABLE.  GIVE IT CHARACTER.</a:t>
            </a:r>
          </a:p>
        </p:txBody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CB8315E2-093D-4097-BBEE-50822C849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286250"/>
            <a:ext cx="704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777772"/>
                </a:solidFill>
              </a:defRPr>
            </a:pPr>
            <a:r>
              <a:rPr sz="1050" b="1">
                <a:solidFill>
                  <a:srgbClr val="777772"/>
                </a:solidFill>
              </a:rPr>
              <a:t>AHA       S&amp;P GLOBAL       BENTLEY       YOTI       SUNEXPRESS</a:t>
            </a:r>
          </a:p>
        </p:txBody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59177840-2092-425C-A369-2DBF77CC3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934075"/>
            <a:ext cx="84772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DBDB8"/>
            </a:solidFill>
            <a:prstDash val="solid"/>
          </a:ln>
        </p:spPr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75C6DD62-CCA4-4934-A629-29CA9DE85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6057900"/>
            <a:ext cx="4019550" cy="257175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9E9E9"/>
          </a:solidFill>
          <a:ln xmlns:a="http://schemas.openxmlformats.org/drawingml/2006/main" w="9525">
            <a:solidFill>
              <a:srgbClr val="BDBDB8"/>
            </a:solidFill>
            <a:prstDash val="solid"/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EEE25702-2793-420A-9F75-BCDCE0DBD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6057900"/>
            <a:ext cx="990600" cy="257175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C6628A95-6B9F-492B-90A6-B7F9BCC97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6105525"/>
            <a:ext cx="1809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111111"/>
                </a:solidFill>
              </a:defRPr>
            </a:pPr>
            <a:r>
              <a:rPr sz="675" b="0">
                <a:solidFill>
                  <a:srgbClr val="111111"/>
                </a:solidFill>
              </a:rPr>
              <a:t>Home       Portfolio</a:t>
            </a:r>
          </a:p>
        </p:txBody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28C69A41-BE3F-4C49-85DF-3FD269671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6105525"/>
            <a:ext cx="990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</a:defRPr>
            </a:pPr>
            <a:r>
              <a:rPr sz="675" b="1">
                <a:solidFill>
                  <a:srgbClr val="FFFFFF"/>
                </a:solidFill>
              </a:rPr>
              <a:t>About Me</a:t>
            </a:r>
          </a:p>
        </p:txBody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EF619C04-6310-49E4-BD54-1136622B9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6105525"/>
            <a:ext cx="781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111111"/>
                </a:solidFill>
              </a:defRPr>
            </a:pPr>
            <a:r>
              <a:rPr sz="675" b="0">
                <a:solidFill>
                  <a:srgbClr val="111111"/>
                </a:solidFill>
              </a:rPr>
              <a:t>Contact</a:t>
            </a:r>
          </a:p>
        </p:txBody>
      </p:sp>
    </p:spTree>
    <p:extLst>
      <p:ext uri="{BB962C8B-B14F-4D97-AF65-F5344CB8AC3E}">
        <p14:creationId xmlns:p14="http://schemas.microsoft.com/office/powerpoint/2010/main" val="158362903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E9E9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89A41EB-8853-4589-88EA-D18469D4C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00050"/>
            <a:ext cx="8782050" cy="6057900"/>
          </a:xfrm>
          <a:prstGeom xmlns:a="http://schemas.openxmlformats.org/drawingml/2006/main" prst="roundRect">
            <a:avLst>
              <a:gd name="adj" fmla="val 2516"/>
            </a:avLst>
          </a:prstGeom>
          <a:solidFill xmlns:a="http://schemas.openxmlformats.org/drawingml/2006/main">
            <a:srgbClr val="E9E9E9"/>
          </a:solidFill>
          <a:ln xmlns:a="http://schemas.openxmlformats.org/drawingml/2006/main" w="9525">
            <a:solidFill>
              <a:srgbClr val="BDBDB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93F2BD-3830-4C25-9E31-3783F7634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66750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77772"/>
                </a:solidFill>
              </a:defRPr>
            </a:pPr>
            <a:r>
              <a:rPr sz="825" b="1">
                <a:solidFill>
                  <a:srgbClr val="777772"/>
                </a:solidFill>
              </a:rPr>
              <a:t>ABOUT ME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B781C1-BFFD-4726-A11A-09729FE65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45720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968C7"/>
                </a:solidFill>
              </a:defRPr>
            </a:pPr>
            <a:r>
              <a:rPr sz="900" b="1">
                <a:solidFill>
                  <a:srgbClr val="0968C7"/>
                </a:solidFill>
              </a:rPr>
              <a:t>TRAVERSE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78798E-4DFD-4D39-8722-077055EE8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7810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07 / 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B4C56D-B027-459D-9244-6E9FE9892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1333500"/>
            <a:ext cx="23622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Heartbeat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EDB45B-A6AB-43E9-B3C9-A927FF318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400300"/>
            <a:ext cx="23622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77772"/>
                </a:solidFill>
              </a:defRPr>
            </a:pPr>
            <a:r>
              <a:rPr sz="1125" b="0">
                <a:solidFill>
                  <a:srgbClr val="777772"/>
                </a:solidFill>
              </a:rPr>
              <a:t>The structured field pauses, then one pulse propagates through it.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97BF0A-0EA3-474C-BAD9-867EB6358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60007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968C7"/>
                </a:solidFill>
              </a:defRPr>
            </a:pPr>
            <a:r>
              <a:rPr sz="825" b="1">
                <a:solidFill>
                  <a:srgbClr val="0968C7"/>
                </a:solidFill>
              </a:rPr>
              <a:t>SCROLL ↓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D25897-482C-42DE-A9EF-71C3BE9E6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0483" y="2252663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A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4A4153-3D26-4594-8545-EDF4165C4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0498" y="2252663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9B7CA7-4556-44F0-8A8E-11D636FB3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0513" y="2252663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4D5ABA-72FF-4424-9EC1-E281CAC18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0528" y="2252663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BED630-B706-4FDF-A9DC-4CC742886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8869" y="2240989"/>
            <a:ext cx="51922" cy="5192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B298C9-AB14-4D56-910F-8EE4A7585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5105" y="2227210"/>
            <a:ext cx="79480" cy="794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A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FCCF23-55FA-4D30-AEBC-8B18F0264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5808" y="2217898"/>
            <a:ext cx="98105" cy="9810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4AA581-155F-4A97-865B-2F9A28F5B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2488" y="2214563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68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525EA94-EE89-4534-A2AB-3ED2EDC53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5838" y="2217898"/>
            <a:ext cx="98105" cy="9810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A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F2B55F8-6B49-49C9-A40A-C82309335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5165" y="2227210"/>
            <a:ext cx="79480" cy="794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AB878F0-FC98-446E-B411-F91288F4F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959" y="2240989"/>
            <a:ext cx="51922" cy="5192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895ABEE-8826-40C8-A9AC-79950FCB3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0648" y="2252663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7874418-CDD6-48D8-B8D3-7818F52A0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0663" y="2252663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A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425FB5E-680A-43B1-AE78-4D260941E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0678" y="2252663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661CBB8-D58C-43CA-A0C1-58484C21F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0693" y="2252663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B0B3AB1-5E68-480B-8AA9-580E8D16F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2982" y="2401204"/>
            <a:ext cx="39461" cy="394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F32D363-E760-4239-92F2-906532980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9005" y="2401204"/>
            <a:ext cx="39461" cy="394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C9D65BE-3653-404F-B09B-1C9062854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5028" y="2401204"/>
            <a:ext cx="39461" cy="394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A5B33ED-DF9F-4392-B0D3-5F4D3FB52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1931" y="2392084"/>
            <a:ext cx="57702" cy="5770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F58AFF4-85EC-48E1-9778-5696D231C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8622" y="2372751"/>
            <a:ext cx="96367" cy="9636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A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EF3E8E6-5753-43E0-A7D8-7759C5839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2105" y="2370211"/>
            <a:ext cx="101448" cy="1014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BD4B190-1E9B-4FBD-97E9-B74F8DF5F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0248" y="2382331"/>
            <a:ext cx="77207" cy="7720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68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F63593F-8C7F-420B-8E62-C80718243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0857" y="2386917"/>
            <a:ext cx="68036" cy="680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53E87EA-E2C9-4C5C-97CD-DA25AEFC4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2295" y="2382331"/>
            <a:ext cx="77207" cy="7720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2623140-8F4D-491E-8C81-9ECDD7E2D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6198" y="2370211"/>
            <a:ext cx="101448" cy="1014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68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CDD1237-9885-47E3-B488-EAB8BA44B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4761" y="2372751"/>
            <a:ext cx="96367" cy="9636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A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4EA44E6-0AC5-4C4C-AE34-3543C862C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0117" y="2392084"/>
            <a:ext cx="57702" cy="5770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A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874E33D-D09C-4375-8218-2FBA9B8A6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5261" y="2401204"/>
            <a:ext cx="39461" cy="394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498330F-5B46-4BBE-A67E-D37F91ED6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1284" y="2401204"/>
            <a:ext cx="39461" cy="394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9EB3CD6-1DAE-4055-ADF0-5302D6B8F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7307" y="2401204"/>
            <a:ext cx="39461" cy="394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EF3AA9A-78FB-4BAE-982C-55A533159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5481" y="2692670"/>
            <a:ext cx="50346" cy="5034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66CB0FB-9FC8-4C54-88D9-301203C4A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7513" y="2692670"/>
            <a:ext cx="50346" cy="5034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7D8695A-CCA4-414D-BA2C-8A20DB059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544" y="2692670"/>
            <a:ext cx="50346" cy="5034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A0176B6-45DF-4213-8766-1FFB1138E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1859" y="2672953"/>
            <a:ext cx="89780" cy="897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A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8310C87-2E70-4FB3-A064-FD8067963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8981" y="2658044"/>
            <a:ext cx="119598" cy="11959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FE11C0E-86F7-4189-A2EB-C32D657F1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351" y="2678382"/>
            <a:ext cx="78921" cy="7892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DB08AFF-7912-406D-A125-07000F0FB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7670" y="2692670"/>
            <a:ext cx="50346" cy="5034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8B3C1F2-7EE1-47CF-B4BA-C557A271C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9702" y="2692670"/>
            <a:ext cx="50346" cy="5034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36B163E-4A4C-4A45-8DBE-50B7179F7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1733" y="2692670"/>
            <a:ext cx="50346" cy="5034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7BB37BF-0CDD-49EA-A010-36C78B7ED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9477" y="2678382"/>
            <a:ext cx="78921" cy="7892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960351D-7419-4A76-9AE7-93EFCD163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1170" y="2658044"/>
            <a:ext cx="119598" cy="11959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020021D-72FA-492A-A13A-C4AAF904E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8111" y="2672953"/>
            <a:ext cx="89780" cy="897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68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136930A-1D29-4AFC-A0CD-91D0143BF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9859" y="2692670"/>
            <a:ext cx="50346" cy="5034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3A9F0E5-CEE5-4E1F-9FFB-DC596B36B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1891" y="2692670"/>
            <a:ext cx="50346" cy="5034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3ECE6B3-B4A3-47C4-BA61-0AB317A96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3922" y="2692670"/>
            <a:ext cx="50346" cy="5034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23656504-C9D2-4A92-91B2-E7E2BCDB5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981" y="3081642"/>
            <a:ext cx="61232" cy="612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AECECF34-8AF0-472D-8F04-90FEAF52C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6020" y="3081642"/>
            <a:ext cx="61232" cy="612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009C49E0-8B1C-45A6-BC82-906F24694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2273" y="3079854"/>
            <a:ext cx="64807" cy="6480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C0DE1CC5-63B8-463C-B060-40D14AA98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6647" y="3056189"/>
            <a:ext cx="112137" cy="11213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B3E5F4FA-76CB-4293-A75B-1372F4F7C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2961" y="3054463"/>
            <a:ext cx="115590" cy="1155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68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D4D46AAF-E91C-424D-B9F4-35B0C2BA4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4332" y="3077795"/>
            <a:ext cx="68926" cy="6892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4425E3D0-C5C0-458E-9847-028019BD2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6219" y="3081642"/>
            <a:ext cx="61232" cy="612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20C6CE97-A38A-42DE-9B15-9995B70D7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259" y="3081642"/>
            <a:ext cx="61232" cy="612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C1C936D2-B91F-45BE-837A-51BF11E4D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2299" y="3081642"/>
            <a:ext cx="61232" cy="612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26A76855-CCE1-4E1F-B773-7116595BC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6491" y="3077795"/>
            <a:ext cx="68926" cy="6892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A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917680B8-6820-49E6-8A9A-147E00764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199" y="3054463"/>
            <a:ext cx="115590" cy="1155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68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9D55806F-63B9-4D1D-BBDE-C36442347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0965" y="3056189"/>
            <a:ext cx="112137" cy="11213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A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26A03A5D-0D6F-4694-A54A-81342DC1D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2670" y="3079854"/>
            <a:ext cx="64807" cy="6480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8CA64206-2F45-4ADF-B414-DCA6434A8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2497" y="3081642"/>
            <a:ext cx="61232" cy="612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D3BF6369-FDEB-42A5-AE38-957A756CA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0537" y="3081642"/>
            <a:ext cx="61232" cy="612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C17243D8-A5D8-4800-97FB-1518E8BA1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480" y="3551183"/>
            <a:ext cx="72118" cy="721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B586CF94-CE0D-449A-B07E-9249A7AF1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4528" y="3551183"/>
            <a:ext cx="72118" cy="721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CFAB6B86-BD32-44CF-BBA3-CD468AFBB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6789" y="3549396"/>
            <a:ext cx="75693" cy="7569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E91AA8FC-3DE6-41F3-B9C0-44637A9A6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7172" y="3525730"/>
            <a:ext cx="123023" cy="12302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68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F02DA6DC-9B09-4C3E-9199-5301A87B6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9493" y="3524004"/>
            <a:ext cx="126476" cy="12647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A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EBA4A5A3-D935-426A-B540-D31AB612A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6873" y="3547336"/>
            <a:ext cx="79812" cy="7981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E0C82E53-B048-42F1-AFB2-0830D8CF6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4768" y="3551183"/>
            <a:ext cx="72118" cy="721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2F8953CA-D9D6-4FDA-B097-5079A7411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8816" y="3551183"/>
            <a:ext cx="72118" cy="721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78EEFC31-C135-437C-B4C6-B450384F6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2864" y="3551183"/>
            <a:ext cx="72118" cy="721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A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9257BB9F-27B8-4809-B714-EE7A03918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3065" y="3547336"/>
            <a:ext cx="79812" cy="7981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610BC26C-DC8C-47D3-A5DD-7A8D28A1C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3781" y="3524004"/>
            <a:ext cx="126476" cy="12647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A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8C774850-27AA-4C51-B46B-E3805218B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9556" y="3525730"/>
            <a:ext cx="123023" cy="12302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EE06DE36-D2B3-486B-9648-B6DC10FFD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7269" y="3549396"/>
            <a:ext cx="75693" cy="7569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B1D3E99A-160A-448A-AD8A-A7015850D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3104" y="3551183"/>
            <a:ext cx="72118" cy="721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0055A9F8-C061-4F39-AC39-1FD69544E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7152" y="3551183"/>
            <a:ext cx="72118" cy="721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82E9641A-25F0-49CE-8A2F-E8C7515EE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2979" y="4091314"/>
            <a:ext cx="83004" cy="83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03369629-2FB5-40DF-B0AB-DD209209D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3036" y="4091314"/>
            <a:ext cx="83004" cy="83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DF2486A3-0558-469E-9F20-9B35F921E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3092" y="4091314"/>
            <a:ext cx="83004" cy="83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6A8A6293-27BC-4149-BE25-3AFAF5EA4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3432" y="4071598"/>
            <a:ext cx="122437" cy="12243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A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F2AC6717-160A-4A7D-92EC-E4E597A99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8579" y="4056688"/>
            <a:ext cx="152255" cy="1522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7CE5814C-067C-4DD3-823A-666942891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8973" y="4077027"/>
            <a:ext cx="111579" cy="11157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793C8A57-712F-456C-AD04-427E37E24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3317" y="4091314"/>
            <a:ext cx="83004" cy="83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1329C731-EDE6-46E2-8465-6B647DD2D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3373" y="4091314"/>
            <a:ext cx="83004" cy="83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A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EAA0A874-F7F0-42D9-A524-2178C9026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3429" y="4091314"/>
            <a:ext cx="83004" cy="83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FA7A3DE1-5FFB-4384-AE0B-E71192966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9198" y="4077027"/>
            <a:ext cx="111579" cy="11157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291AFEB5-EDE7-49E7-8A83-95053B908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8916" y="4056688"/>
            <a:ext cx="152255" cy="1522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65F1B277-843E-4542-B19B-1DE797E3A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3882" y="4071598"/>
            <a:ext cx="122437" cy="12243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68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72BDCCA2-683E-43B9-A0AF-C47A3F63F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3654" y="4091314"/>
            <a:ext cx="83004" cy="83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B914A9A9-B750-4A42-AE01-6D3D6B085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3711" y="4091314"/>
            <a:ext cx="83004" cy="83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2888BF5C-D764-44DF-9C03-1A13087C3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3767" y="4091314"/>
            <a:ext cx="83004" cy="83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7529FBE1-7C51-4D2B-A313-241EC501B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479" y="4695212"/>
            <a:ext cx="93889" cy="938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E5345B89-90CC-4399-A211-B4343D5A5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543" y="4695212"/>
            <a:ext cx="93889" cy="938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B41CE8BE-5063-40FA-A40E-EA2DE4838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7608" y="4695212"/>
            <a:ext cx="93889" cy="938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137CC2BE-D1DB-47FD-812F-13FE4C0EF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4552" y="4686091"/>
            <a:ext cx="112130" cy="11213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81385BB4-F205-415A-891B-671CD5AF5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1284" y="4666759"/>
            <a:ext cx="150795" cy="1507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68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62B5374F-8ECC-4432-B52C-444F92A6D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4808" y="4664218"/>
            <a:ext cx="155876" cy="15587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A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0B81F6C9-9AC9-4A3B-8142-923840639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2992" y="4676338"/>
            <a:ext cx="131636" cy="1316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02AAAEA3-ED9C-4FE2-82E6-3CFC87D30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3643" y="4680924"/>
            <a:ext cx="122464" cy="12246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37254715-2E3D-4A16-883F-A38228E9D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5121" y="4676338"/>
            <a:ext cx="131636" cy="1316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A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B8FC1630-D323-48CB-9213-2BCD79BFB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066" y="4664218"/>
            <a:ext cx="155876" cy="15587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9CC8B5AC-10E5-4EAD-9879-321965EB6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7671" y="4666759"/>
            <a:ext cx="150795" cy="1507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68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960A5C4E-6926-4DA7-866E-F04427D1E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3068" y="4686091"/>
            <a:ext cx="112130" cy="11213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6AE47F05-A03D-4C10-A299-9967B760A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253" y="4695212"/>
            <a:ext cx="93889" cy="938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8536EAD1-B5B0-49CF-B70F-D351F253B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4317" y="4695212"/>
            <a:ext cx="93889" cy="938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76A7709E-FA6F-4D3E-8090-90B27F0E6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0382" y="4695212"/>
            <a:ext cx="93889" cy="938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B07FEDA7-8065-4D9A-BBC8-2D352E8CE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978" y="5357813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B732ABB2-CB8A-47E2-AF22-60DC91685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0051" y="5357813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792CEA8D-2349-4773-A3F7-27CFF40EE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124" y="5357813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AC84AD0B-57F0-40EF-A709-0CC8C4EBE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4197" y="5357813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466F0EC1-3904-45B4-86E7-B7B4F1DD7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4596" y="5346139"/>
            <a:ext cx="128122" cy="12812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36B134E8-3CF4-426B-90B3-44A4F1008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2890" y="5332360"/>
            <a:ext cx="155680" cy="1556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8112D2C5-1663-4067-B292-D915F1CB3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5650" y="5323048"/>
            <a:ext cx="174305" cy="17430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68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52255137-B0C4-4392-BD2C-153DF37A1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4388" y="5319713"/>
            <a:ext cx="180975" cy="1809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A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89AC9753-1D05-44D5-9B28-4C730DF07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9795" y="5323048"/>
            <a:ext cx="174305" cy="17430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7FDAE6F8-E124-4BC2-B19E-4AB1AA039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1181" y="5332360"/>
            <a:ext cx="155680" cy="1556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68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1A65D66B-1D6D-4CB6-A9F9-4E0BF355D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7032" y="5346139"/>
            <a:ext cx="128122" cy="12812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73CAD41D-9720-42A7-B214-4194D7628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0778" y="5357813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9D875E8F-45C3-4591-A590-DA0482D51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851" y="5357813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184713D5-24CD-4E62-8E70-341592E2A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4924" y="5357813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9946E156-DE6E-431B-9543-210777344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6997" y="5357813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4E206F19-B95B-4105-AA87-59A0D4776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4290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7D1916E1-7C54-4669-B970-2C97D65B1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104900"/>
            <a:ext cx="666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111111"/>
                </a:solidFill>
              </a:defRPr>
            </a:pPr>
            <a:r>
              <a:rPr sz="3300" b="1">
                <a:solidFill>
                  <a:srgbClr val="111111"/>
                </a:solidFill>
              </a:rPr>
              <a:t>STRUCTURE IS ONLY</a:t>
            </a:r>
          </a:p>
          <a:p xmlns:a="http://schemas.openxmlformats.org/drawingml/2006/main">
            <a:pPr algn="ctr">
              <a:defRPr sz="3300" b="1">
                <a:solidFill>
                  <a:srgbClr val="111111"/>
                </a:solidFill>
              </a:defRPr>
            </a:pPr>
            <a:r>
              <a:rPr sz="3300" b="1">
                <a:solidFill>
                  <a:srgbClr val="111111"/>
                </a:solidFill>
              </a:rPr>
              <a:t>THE BEGINNING.</a:t>
            </a:r>
          </a:p>
        </p:txBody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3AB67CEB-4A34-4BE7-85A3-C7BF514E2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352675"/>
            <a:ext cx="6248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Prototypes test how an interaction responds, how motion guides attention,</a:t>
            </a:r>
          </a:p>
          <a:p xmlns:a="http://schemas.openxmlformats.org/drawingml/2006/main">
            <a:pPr algn="ctr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how a system holds together, and how a brand feels in use.</a:t>
            </a:r>
          </a:p>
        </p:txBody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5B7C40E2-E0EB-4821-9B0F-C2F479992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934075"/>
            <a:ext cx="84772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DBDB8"/>
            </a:solidFill>
            <a:prstDash val="solid"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9B1B5963-B225-4EC9-876E-B30BED7E5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6057900"/>
            <a:ext cx="4019550" cy="257175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9E9E9"/>
          </a:solidFill>
          <a:ln xmlns:a="http://schemas.openxmlformats.org/drawingml/2006/main" w="9525">
            <a:solidFill>
              <a:srgbClr val="BDBDB8"/>
            </a:solidFill>
            <a:prstDash val="solid"/>
          </a:ln>
        </p:spPr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CA980E32-8FED-4613-9C66-000C0159C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6057900"/>
            <a:ext cx="990600" cy="257175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0DC7DF4F-E126-4B41-B71B-28ACD0B39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6105525"/>
            <a:ext cx="1809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111111"/>
                </a:solidFill>
              </a:defRPr>
            </a:pPr>
            <a:r>
              <a:rPr sz="675" b="0">
                <a:solidFill>
                  <a:srgbClr val="111111"/>
                </a:solidFill>
              </a:rPr>
              <a:t>Home       Portfolio</a:t>
            </a:r>
          </a:p>
        </p:txBody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3A2F5419-6A7D-4999-9B17-1AB6B0C3C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6105525"/>
            <a:ext cx="990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</a:defRPr>
            </a:pPr>
            <a:r>
              <a:rPr sz="675" b="1">
                <a:solidFill>
                  <a:srgbClr val="FFFFFF"/>
                </a:solidFill>
              </a:rPr>
              <a:t>About Me</a:t>
            </a:r>
          </a:p>
        </p:txBody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12BB638C-5D57-4B5A-8847-A18677713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6105525"/>
            <a:ext cx="781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111111"/>
                </a:solidFill>
              </a:defRPr>
            </a:pPr>
            <a:r>
              <a:rPr sz="675" b="0">
                <a:solidFill>
                  <a:srgbClr val="111111"/>
                </a:solidFill>
              </a:rPr>
              <a:t>Contact</a:t>
            </a:r>
          </a:p>
        </p:txBody>
      </p:sp>
    </p:spTree>
    <p:extLst>
      <p:ext uri="{BB962C8B-B14F-4D97-AF65-F5344CB8AC3E}">
        <p14:creationId xmlns:p14="http://schemas.microsoft.com/office/powerpoint/2010/main" val="23728551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E9E9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F67145E-FB7E-4927-8C5F-1DBEB3440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00050"/>
            <a:ext cx="8782050" cy="6057900"/>
          </a:xfrm>
          <a:prstGeom xmlns:a="http://schemas.openxmlformats.org/drawingml/2006/main" prst="roundRect">
            <a:avLst>
              <a:gd name="adj" fmla="val 2516"/>
            </a:avLst>
          </a:prstGeom>
          <a:solidFill xmlns:a="http://schemas.openxmlformats.org/drawingml/2006/main">
            <a:srgbClr val="E9E9E9"/>
          </a:solidFill>
          <a:ln xmlns:a="http://schemas.openxmlformats.org/drawingml/2006/main" w="9525">
            <a:solidFill>
              <a:srgbClr val="BDBDB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98E656-F33A-4F4D-BA56-E709E892E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66750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77772"/>
                </a:solidFill>
              </a:defRPr>
            </a:pPr>
            <a:r>
              <a:rPr sz="825" b="1">
                <a:solidFill>
                  <a:srgbClr val="777772"/>
                </a:solidFill>
              </a:rPr>
              <a:t>ABOUT ME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89B747-CE20-4741-A673-9E5EE02DA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45720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968C7"/>
                </a:solidFill>
              </a:defRPr>
            </a:pPr>
            <a:r>
              <a:rPr sz="900" b="1">
                <a:solidFill>
                  <a:srgbClr val="0968C7"/>
                </a:solidFill>
              </a:rPr>
              <a:t>TRAVERSE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7D07EB-9731-47C1-9E33-22B4B31AE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7810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08 / 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1627C0-B5C0-4BBF-A74C-95CE722E7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1333500"/>
            <a:ext cx="23622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Living field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0E87CF-5106-480E-9077-8363A9925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400300"/>
            <a:ext cx="23622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77772"/>
                </a:solidFill>
              </a:defRPr>
            </a:pPr>
            <a:r>
              <a:rPr sz="1125" b="0">
                <a:solidFill>
                  <a:srgbClr val="777772"/>
                </a:solidFill>
              </a:rPr>
              <a:t>The wave settles without becoming static; artefacts remain available at the edge.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F511DC-FF73-49B0-80A3-124A24E96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60007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968C7"/>
                </a:solidFill>
              </a:defRPr>
            </a:pPr>
            <a:r>
              <a:rPr sz="825" b="1">
                <a:solidFill>
                  <a:srgbClr val="0968C7"/>
                </a:solidFill>
              </a:rPr>
              <a:t>SCROLL ↓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962E1B-0041-4DB4-99C8-CB85F2B41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0483" y="2252663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A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CB6E94-F748-4BB9-B4CB-D1190D495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274800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BC821B-A129-4BD3-9155-05B19C8BF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0518" y="2288697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AB6FD7-7167-4C7C-8CF3-4E56A4BD7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0535" y="2289180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06F4C2-D2F5-4605-A64A-8AB546F52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0553" y="2276070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487487-C2C7-4146-BD07-3C3386344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0570" y="2254247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15769D-47D4-47AA-AB0D-A16E8631E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0588" y="223183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7B96E3E-80F0-484D-B39C-36BD8D3E3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0605" y="221717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8A8268F-CCEA-4975-84CB-9433C98EF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0623" y="2215725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94B61EE-BEFD-412B-AE35-7AEFCD050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0" y="2228025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C507639-0704-4141-880F-50F7052AA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0658" y="2249497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11F22F3-1A09-4550-8158-85E95398F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675" y="2272147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88D8259-6FC5-4F0E-A2FF-32C123836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0693" y="228754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A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8877E73-4EA0-4297-B9C3-512E9EF4F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5065" y="2475578"/>
            <a:ext cx="41275" cy="412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4DAECCC-FDB8-4A97-A955-5A9995CB4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4927" y="2506937"/>
            <a:ext cx="41275" cy="412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2742DAA-F4EE-4B02-AD26-BD11E1643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4789" y="2514070"/>
            <a:ext cx="41275" cy="412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3782462-08FB-43A9-A47A-BEAE41B9A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4651" y="2494322"/>
            <a:ext cx="41275" cy="412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F841B69-3306-4BC3-BE9B-6DC467752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4513" y="2455045"/>
            <a:ext cx="41275" cy="412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79CB0C0-748A-4F21-9759-AF50037D0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4375" y="2410858"/>
            <a:ext cx="41275" cy="412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AB41E52-EE12-4B30-8189-D2CF08F49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4238" y="2378210"/>
            <a:ext cx="41275" cy="412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792134F-2A69-4BC8-8250-A1C025C91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100" y="2369254"/>
            <a:ext cx="41275" cy="412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3B9BA73-D202-4FDB-B8C7-0B0AEE82E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3962" y="2387324"/>
            <a:ext cx="41275" cy="412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CCA0EE9-E36C-4C66-B18F-3E8E8AA6F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3824" y="2425693"/>
            <a:ext cx="41275" cy="412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F6B0BFA-12F6-43CE-94ED-D75ACC292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3686" y="2470079"/>
            <a:ext cx="41275" cy="412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D1C1144-38B4-42FA-8F2B-DE1F0CD87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3548" y="2503960"/>
            <a:ext cx="41275" cy="412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A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19E2247-E261-4BA5-A6FD-2E0884FD6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3410" y="2514722"/>
            <a:ext cx="41275" cy="412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3071E16-7EE4-4E6A-8A16-2303A4C0C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9648" y="2900981"/>
            <a:ext cx="53975" cy="539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EACF80E-3EC6-48E7-8C65-C3CC78429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9354" y="2920494"/>
            <a:ext cx="53975" cy="539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62E00DB-CA70-47F3-8DDA-934B847EF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061" y="2899826"/>
            <a:ext cx="53975" cy="539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6CCB905-E7B8-4B28-8124-A55FC5188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8768" y="2846669"/>
            <a:ext cx="53975" cy="539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F4C767E-BEBB-45D8-BD08-DA017E71B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474" y="2780812"/>
            <a:ext cx="53975" cy="539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BCC8F4D-5DD7-47D6-BE3E-20FCEF875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8181" y="2726768"/>
            <a:ext cx="53975" cy="539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180D4F8-2E38-4301-869E-AED2579B1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7888" y="2704655"/>
            <a:ext cx="53975" cy="539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937FCD1-FD8F-4FC2-B22B-B856AA5BD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7594" y="2722706"/>
            <a:ext cx="53975" cy="539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2BF7DAF-B1C2-45B6-90EB-AB60ACAE0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7301" y="2774199"/>
            <a:ext cx="53975" cy="539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5CD4A94-8CF3-4462-8506-5AE512AA7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7007" y="2839968"/>
            <a:ext cx="53975" cy="539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36803D0-9D8F-4EC4-9E5D-4ECA92A5D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6714" y="2895531"/>
            <a:ext cx="53975" cy="539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A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F37EC80-54CB-48B0-A380-6C2E530BF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421" y="2920204"/>
            <a:ext cx="53975" cy="539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9573A27-5F3D-402D-BEFB-8D6596911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6127" y="2904803"/>
            <a:ext cx="53975" cy="539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74C5FB3-0234-419F-BA13-6A0ED1D6E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4230" y="3448719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A8F0AFF-E775-42DE-A2EF-37555E771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3782" y="3433181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29E7FE2-B369-4E8B-B503-004D61181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3333" y="3370697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5B8CEAA-D150-4BC2-A3C5-B4F1BA73E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2884" y="3284526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E5D2707-4F2C-42F0-B158-36176390D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2435" y="320674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1750D153-9DD0-476E-814A-47E8165C2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1986" y="3166307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E9F9088-9E8D-496B-86BD-48B3719A1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1538" y="317826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CF775E7-90A6-40D4-96CE-0354F5AE1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1089" y="3238167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16A406BC-D639-4B74-9402-69793EB03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0640" y="3323716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AA44C4F9-DAAE-46B2-B454-42559F9AB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0191" y="3403066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A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0993974B-8EE6-4B2F-8CD7-03BEEB363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9742" y="344668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83122572-4EDD-484D-9E2D-FD0B8C284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9293" y="3438323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BFF3350A-C601-4B5B-9F69-4B3E2862D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8845" y="3381106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57A7CA5B-C49C-4DC4-9FF3-4D99FA031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8813" y="4070962"/>
            <a:ext cx="79375" cy="793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2D4D5565-94B6-4C37-ADEC-A838629D9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8209" y="4004520"/>
            <a:ext cx="79375" cy="793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035B7168-6063-4D52-AD71-DC3FF4726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7604" y="3900621"/>
            <a:ext cx="79375" cy="793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1CE84BE0-EFB4-4FA1-B950-6AF51204D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7000" y="3797939"/>
            <a:ext cx="79375" cy="793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EC263F6C-86EE-49F2-9B22-11A77AA49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396" y="3734699"/>
            <a:ext cx="79375" cy="793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09B46FF3-32BD-4002-ACCC-08C4769DF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5792" y="3734439"/>
            <a:ext cx="79375" cy="793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F612F4C4-6FD2-4111-93BB-16C8675B3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5188" y="3797258"/>
            <a:ext cx="79375" cy="793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B03C9A75-6FE4-46FA-ABF9-08FC7A0CE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4583" y="3899771"/>
            <a:ext cx="79375" cy="793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138E6895-1E65-48ED-95C0-5E1E27320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3979" y="4003819"/>
            <a:ext cx="79375" cy="793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A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2E039B7C-CD75-456D-9A8D-5EBD6A3FE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3375" y="4070670"/>
            <a:ext cx="79375" cy="793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140BFA86-33F6-4BA9-9B73-8B9EB1115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2771" y="4075439"/>
            <a:ext cx="79375" cy="793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ECC3D51F-401C-4E3B-B7C7-53E086FFF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166" y="4016352"/>
            <a:ext cx="79375" cy="793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3678C774-3FE8-4EA6-BC0D-A39756CAA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1562" y="3915403"/>
            <a:ext cx="79375" cy="793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3FEDB120-E835-4619-8FE1-35179D1EB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396" y="4734053"/>
            <a:ext cx="92075" cy="920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CF522A2C-B659-4908-840F-D6812A2FE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2636" y="4616167"/>
            <a:ext cx="92075" cy="920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2670EE00-F083-4C1E-8327-513E82E17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1876" y="4488677"/>
            <a:ext cx="92075" cy="920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9E8A4075-32D5-4C7F-8ED0-A0E40D7EF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1117" y="4399039"/>
            <a:ext cx="92075" cy="920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0B2D778D-1E38-4449-94D3-8685CB5CF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0357" y="4380621"/>
            <a:ext cx="92075" cy="920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9102060C-1722-4E35-AF6F-F20D41402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9597" y="4440279"/>
            <a:ext cx="92075" cy="920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2E28DE5D-92BC-4389-8EFD-5DF7A3E2B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8838" y="4555805"/>
            <a:ext cx="92075" cy="920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2F9F9DC7-E924-4500-983D-982701398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8078" y="4684196"/>
            <a:ext cx="92075" cy="920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A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A4406C03-7B34-4D83-998E-A54674082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7318" y="4777659"/>
            <a:ext cx="92075" cy="920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1AA41E20-7026-4C7E-A3BF-0664BE796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6558" y="4801403"/>
            <a:ext cx="92075" cy="920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461BC0AB-4842-43A3-968C-E52879111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5799" y="4746590"/>
            <a:ext cx="92075" cy="920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FED3242F-3096-4ABE-8A58-3922B9C1F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5039" y="4633623"/>
            <a:ext cx="92075" cy="920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9DDF4C24-B2BD-4341-B45E-C9D4ED495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4279" y="4504553"/>
            <a:ext cx="92075" cy="920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18713CF2-4208-4D17-BF9C-A5A984DB9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978" y="542186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AC5380F8-3B35-4087-96E9-78F28C122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7063" y="5270941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D1FDA00C-11D9-4846-BACA-F5B8A3636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6148" y="515236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400FE7D5-5202-40B2-B052-6E8A0FDCB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5233" y="5110257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D83F262D-E686-4F7E-9D5C-CCD41F19F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4318" y="516030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D5DFC6BD-DAF5-47D1-88B3-E7877259B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3403" y="5283874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1DF3302E-438F-49C3-847E-E410D544E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2488" y="5434966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A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12F60F5E-D2A7-482F-BC60-73709ED0E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1572" y="5557338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5F62B742-54F5-4762-BACC-CC27B0010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0657" y="5605438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AA79A407-A575-497E-941D-9B27F2394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9742" y="5561362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3F67245F-D495-4D4D-A4B9-885913294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8827" y="544151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F8ED25A0-2B87-4F64-8763-81035D8FE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7912" y="5290511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FB55F68A-7B9D-4667-B292-6D9FDAAC2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6997" y="5164559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15D13F38-C45C-45B2-90CF-B17CB9C70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143000"/>
            <a:ext cx="3429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07A64"/>
                </a:solidFill>
              </a:defRPr>
            </a:pPr>
            <a:r>
              <a:rPr sz="3600" b="1">
                <a:solidFill>
                  <a:srgbClr val="007A64"/>
                </a:solidFill>
              </a:rPr>
              <a:t>DEPTH.</a:t>
            </a:r>
          </a:p>
          <a:p xmlns:a="http://schemas.openxmlformats.org/drawingml/2006/main">
            <a:pPr algn="l">
              <a:defRPr sz="3600" b="1">
                <a:solidFill>
                  <a:srgbClr val="007A64"/>
                </a:solidFill>
              </a:defRPr>
            </a:pPr>
            <a:r>
              <a:rPr sz="3600" b="1">
                <a:solidFill>
                  <a:srgbClr val="007A64"/>
                </a:solidFill>
              </a:rPr>
              <a:t>CLARITY.</a:t>
            </a:r>
          </a:p>
          <a:p xmlns:a="http://schemas.openxmlformats.org/drawingml/2006/main">
            <a:pPr algn="l">
              <a:defRPr sz="3600" b="1">
                <a:solidFill>
                  <a:srgbClr val="007A64"/>
                </a:solidFill>
              </a:defRPr>
            </a:pPr>
            <a:r>
              <a:rPr sz="3600" b="1">
                <a:solidFill>
                  <a:srgbClr val="007A64"/>
                </a:solidFill>
              </a:rPr>
              <a:t>A PULSE.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1EADA5A2-5AEC-4251-92F3-7D5378F53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257550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</a:defRPr>
            </a:pPr>
            <a:r>
              <a:rPr sz="1725" b="0">
                <a:solidFill>
                  <a:srgbClr val="111111"/>
                </a:solidFill>
              </a:rPr>
              <a:t>I want to keep making digital experiences that make sense—</a:t>
            </a:r>
          </a:p>
          <a:p xmlns:a="http://schemas.openxmlformats.org/drawingml/2006/main">
            <a:pPr algn="l">
              <a:defRPr sz="1725" b="0">
                <a:solidFill>
                  <a:srgbClr val="111111"/>
                </a:solidFill>
              </a:defRPr>
            </a:pPr>
            <a:r>
              <a:rPr sz="1725" b="0">
                <a:solidFill>
                  <a:srgbClr val="111111"/>
                </a:solidFill>
              </a:rPr>
              <a:t>and still leave room for curiosity.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4B0B32C3-CB74-4A47-B03D-0F20E1F0A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20000">
            <a:off x="6915150" y="1657350"/>
            <a:ext cx="933450" cy="1352550"/>
          </a:xfrm>
          <a:prstGeom xmlns:a="http://schemas.openxmlformats.org/drawingml/2006/main" prst="roundRect">
            <a:avLst>
              <a:gd name="adj" fmla="val 204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DBDB8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C5C29FA0-9906-4374-8DA3-64D721120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9411" y="1837336"/>
            <a:ext cx="59128" cy="591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A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7BB3B292-A80E-47BF-96AB-30DACDA73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9342" y="1835817"/>
            <a:ext cx="62166" cy="6216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85D21FCC-4BDE-4B14-BEB9-DDD63C4F0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5315" y="1830340"/>
            <a:ext cx="73120" cy="731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FF150365-3073-4365-BE47-7B4F36405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8722" y="1830847"/>
            <a:ext cx="72106" cy="7210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10E1CF3C-A9D9-4E4D-9E0E-ED07CB502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4914" y="2019529"/>
            <a:ext cx="68122" cy="6812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F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00679DE0-99D3-4310-80F4-31726FF6B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0274" y="2021989"/>
            <a:ext cx="63201" cy="6320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F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8362A4AE-E69C-4D64-B8CD-6A07F1912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9667" y="2028482"/>
            <a:ext cx="50216" cy="5021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1B4AC02B-CDF4-4768-99F2-AB71F2683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5792" y="2205647"/>
            <a:ext cx="69266" cy="6926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A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B3C0CEDB-8708-4B9E-B84F-40949F2A5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8760" y="2396755"/>
            <a:ext cx="60430" cy="6043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A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6218092F-F363-4565-AAA2-42316B49C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9730" y="2396275"/>
            <a:ext cx="61390" cy="613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1FB0797C-BA38-4726-8CE7-4AEB080B3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6093" y="2391188"/>
            <a:ext cx="71565" cy="7156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4ABDCCA8-50AF-4C78-A4E0-AF81AEDEE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460" y="2407655"/>
            <a:ext cx="38631" cy="3863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F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BC1144E0-2AA4-4FA7-B516-BAD97524B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3674" y="2578359"/>
            <a:ext cx="70603" cy="7060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F5DEA9DF-ECBE-49BA-82B0-431EADE3A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7394" y="2579179"/>
            <a:ext cx="68963" cy="6896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F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52DBC6FF-7FA4-4F52-91EE-EDC10BABB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3082" y="2593417"/>
            <a:ext cx="40485" cy="4048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A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322F2681-6FC3-418D-8269-95A27A647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7893" y="2576778"/>
            <a:ext cx="73763" cy="7376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AEE303F5-981E-42CE-89DF-81C6C3A30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3574" y="2774949"/>
            <a:ext cx="50803" cy="5080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092530CA-67DA-453F-A8B3-3364E8D63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3071" y="2762996"/>
            <a:ext cx="74708" cy="747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2DE45120-199D-4C69-9B15-356EBB1B6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4182" y="2762657"/>
            <a:ext cx="75386" cy="7538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A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C8C1DE55-8946-4048-8574-5CA6341F3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1646" y="2777221"/>
            <a:ext cx="46257" cy="4625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0DC9EE25-AFC2-4D5D-9E19-9FBC3FB7A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60000">
            <a:off x="7677150" y="2019300"/>
            <a:ext cx="933450" cy="1352550"/>
          </a:xfrm>
          <a:prstGeom xmlns:a="http://schemas.openxmlformats.org/drawingml/2006/main" prst="roundRect">
            <a:avLst>
              <a:gd name="adj" fmla="val 204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DBDB8"/>
            </a:solidFill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DB048F2F-CBB2-474D-9F41-53F3A74D5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9683" y="2197558"/>
            <a:ext cx="62584" cy="6258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F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12A0C110-EEC3-4A06-AB13-66B0F04B1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7696" y="2204121"/>
            <a:ext cx="49458" cy="4945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F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07E88922-3BDD-43C7-B54B-13B63A00D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8912" y="2193887"/>
            <a:ext cx="69925" cy="699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A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010FAED8-FAB7-40BA-81C2-622D01D21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4717" y="2208242"/>
            <a:ext cx="41215" cy="4121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68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16F70217-FD80-44A2-AB18-147DA1211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5199" y="2197274"/>
            <a:ext cx="63151" cy="6315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49F52CB1-430E-496C-8523-DB2887B8A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5336" y="2389901"/>
            <a:ext cx="51277" cy="5127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F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A5F127D9-6F63-4172-823A-6DDAA621C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7644" y="2380759"/>
            <a:ext cx="69563" cy="6956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F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5EAB9DFF-4546-4393-9255-10F058021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999" y="2377664"/>
            <a:ext cx="75752" cy="757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B43829A4-31B0-466D-930A-98854B5C4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3007" y="2393222"/>
            <a:ext cx="44636" cy="446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68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8F17325F-4CBE-409A-B47A-612747E8E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4045" y="2565300"/>
            <a:ext cx="73860" cy="73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48A2DCBA-01DD-4D0B-9149-11E6E8172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2909" y="2572714"/>
            <a:ext cx="59032" cy="59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F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7D5AB70B-FDEB-4342-A1C7-008C92D0B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9767" y="2566672"/>
            <a:ext cx="71116" cy="7111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68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A31F8D6C-1729-4787-8339-11D8E21A5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3905" y="2579360"/>
            <a:ext cx="45739" cy="4573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F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D9672677-FCE9-459F-93EA-201D13C11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1000" y="2758945"/>
            <a:ext cx="59951" cy="5995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68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AF7D68D4-A6E5-4F24-89E1-23D714D8D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3891" y="2758936"/>
            <a:ext cx="59968" cy="5996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F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622277BB-C556-445C-A472-6BCE67581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3148" y="2766743"/>
            <a:ext cx="44353" cy="4435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4DF84491-FC1C-4CF7-94AE-119B0FA3C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5571" y="2767716"/>
            <a:ext cx="42407" cy="4240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927F916B-6E76-472C-8084-FB99DB523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4881" y="2946616"/>
            <a:ext cx="57988" cy="5798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30C45498-D4E6-4AD6-BDB6-D80B3362D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1995" y="2952280"/>
            <a:ext cx="46659" cy="466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68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4C2BD627-0E68-45E1-ADD8-BDDA54924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6149" y="3137474"/>
            <a:ext cx="49653" cy="4965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F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36C43D65-0003-4915-8FEE-EBB50616D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6869" y="3126744"/>
            <a:ext cx="71113" cy="7111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F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DB3683D2-3C56-4DF3-834E-65B71B765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2887" y="3141312"/>
            <a:ext cx="41976" cy="4197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68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9C084D5C-DC17-49B4-9EBC-0745F2245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3917" y="3140892"/>
            <a:ext cx="42816" cy="4281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9626EAD3-93A1-443C-8987-A139401A0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2277" y="3127802"/>
            <a:ext cx="68996" cy="689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F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F78D2090-7A2A-4622-A707-E97E36F0B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934075"/>
            <a:ext cx="84772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DBDB8"/>
            </a:solidFill>
            <a:prstDash val="solid"/>
          </a:ln>
        </p:spPr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E8B596E7-369B-4709-B8D7-E09461A5D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6057900"/>
            <a:ext cx="4019550" cy="257175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9E9E9"/>
          </a:solidFill>
          <a:ln xmlns:a="http://schemas.openxmlformats.org/drawingml/2006/main" w="9525">
            <a:solidFill>
              <a:srgbClr val="BDBDB8"/>
            </a:solidFill>
            <a:prstDash val="solid"/>
          </a:ln>
        </p:spPr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971B2129-7E86-4C8C-B130-52AC781C7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6057900"/>
            <a:ext cx="990600" cy="257175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AE4CF1B4-9B66-49B0-8233-E91E5617A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6105525"/>
            <a:ext cx="1809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111111"/>
                </a:solidFill>
              </a:defRPr>
            </a:pPr>
            <a:r>
              <a:rPr sz="675" b="0">
                <a:solidFill>
                  <a:srgbClr val="111111"/>
                </a:solidFill>
              </a:rPr>
              <a:t>Home       Portfolio</a:t>
            </a:r>
          </a:p>
        </p:txBody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6D670D81-1751-460C-8A5A-6BAD0BF6E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6105525"/>
            <a:ext cx="990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</a:defRPr>
            </a:pPr>
            <a:r>
              <a:rPr sz="675" b="1">
                <a:solidFill>
                  <a:srgbClr val="FFFFFF"/>
                </a:solidFill>
              </a:rPr>
              <a:t>About Me</a:t>
            </a:r>
          </a:p>
        </p:txBody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B07A5A08-C18B-4EDC-B885-F5592B3F6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6105525"/>
            <a:ext cx="781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111111"/>
                </a:solidFill>
              </a:defRPr>
            </a:pPr>
            <a:r>
              <a:rPr sz="675" b="0">
                <a:solidFill>
                  <a:srgbClr val="111111"/>
                </a:solidFill>
              </a:rPr>
              <a:t>Contact</a:t>
            </a:r>
          </a:p>
        </p:txBody>
      </p:sp>
    </p:spTree>
    <p:extLst>
      <p:ext uri="{BB962C8B-B14F-4D97-AF65-F5344CB8AC3E}">
        <p14:creationId xmlns:p14="http://schemas.microsoft.com/office/powerpoint/2010/main" val="35481511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E9E9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B8D1DFE-3B5B-4AED-BA4D-FF30BE2EF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"/>
            <a:ext cx="323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7A64"/>
                </a:solidFill>
              </a:defRPr>
            </a:pPr>
            <a:r>
              <a:rPr sz="1200" b="1">
                <a:solidFill>
                  <a:srgbClr val="007A64"/>
                </a:solidFill>
              </a:rPr>
              <a:t>DIRECTION 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E2F1AA-2D03-441B-A5D8-73BA21D3E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14450"/>
            <a:ext cx="7620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111111"/>
                </a:solidFill>
              </a:defRPr>
            </a:pPr>
            <a:r>
              <a:rPr sz="4800" b="1">
                <a:solidFill>
                  <a:srgbClr val="111111"/>
                </a:solidFill>
              </a:rPr>
              <a:t>INTERCUT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9DD3AF-9ED1-41FA-BF29-FFAD3932C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95550"/>
            <a:ext cx="8667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11111"/>
                </a:solidFill>
              </a:defRPr>
            </a:pPr>
            <a:r>
              <a:rPr sz="2250" b="0">
                <a:solidFill>
                  <a:srgbClr val="111111"/>
                </a:solidFill>
              </a:rPr>
              <a:t>Spatial moments alternate with calm editorial pages and embedded motion studies.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64A617-FA4B-45F2-8A25-F3BE737B8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4820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777772"/>
                </a:solidFill>
              </a:defRPr>
            </a:pPr>
            <a:r>
              <a:rPr sz="1575" b="1">
                <a:solidFill>
                  <a:srgbClr val="777772"/>
                </a:solidFill>
              </a:rPr>
              <a:t>Highest legibility · strongest prose rhythm · depth used only when it earns attention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38C661-5DBD-42E6-927D-C84559061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907" y="3422399"/>
            <a:ext cx="60055" cy="600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282FD5-47A5-46C1-BF08-2D9F56F5B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8007" y="1652942"/>
            <a:ext cx="25641" cy="2564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04066A-DC46-436C-9AE8-130E5C61F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2088" y="3277542"/>
            <a:ext cx="41759" cy="417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2DDA55-8BDB-4E6D-997C-A25C5FAFA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8955" y="3278227"/>
            <a:ext cx="55484" cy="5548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82F3B5-9AE8-4C86-9268-60E0FE272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7490" y="1323094"/>
            <a:ext cx="35932" cy="359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1924D9-9663-40B4-A483-EAF08C540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8786" y="2790484"/>
            <a:ext cx="25400" cy="25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A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2598BC-DEE8-41CC-8CF3-D66DB3C9C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8772" y="1155699"/>
            <a:ext cx="23010" cy="230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F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EA5265-68C8-4B97-B77F-5CABC6E2F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1019" y="3836009"/>
            <a:ext cx="42340" cy="423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64CB3F-2C4A-4862-BD82-33683B4C5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4001" y="3574175"/>
            <a:ext cx="30347" cy="3034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712C10-0179-4F43-B510-8CDD12BFD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3273" y="2651287"/>
            <a:ext cx="21962" cy="2196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D243909-109B-4133-93C7-AAF42CE5E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0139" y="2906303"/>
            <a:ext cx="21560" cy="215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F828906-DF6A-4EB6-8FDC-71ED997D9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5044" y="1631008"/>
            <a:ext cx="58975" cy="589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B336658-7F63-40B3-9D8F-FBE99C13B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0283" y="3507203"/>
            <a:ext cx="28436" cy="284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22473D9-D840-4A21-BDDB-799C59FD2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696" y="4035514"/>
            <a:ext cx="19534" cy="1953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4C7049F-FB97-407C-95FF-0490F36DC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9932" y="3360946"/>
            <a:ext cx="60949" cy="6094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1D1B3BA-83AF-4F69-B44B-5232942F1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7469" y="1348211"/>
            <a:ext cx="20145" cy="2014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721FDA8-47E8-4A97-BBD3-4F051E166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7369" y="3030631"/>
            <a:ext cx="52640" cy="52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930F3AA-B82C-4B7F-8DF0-92CA9F92E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8702" y="2447598"/>
            <a:ext cx="53813" cy="5381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BACBC30-41B9-495A-B6F4-5D6718AF9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9573" y="3081348"/>
            <a:ext cx="54696" cy="546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44A1C8F-487C-4BB1-824E-4E370481E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8414" y="3605518"/>
            <a:ext cx="38502" cy="3850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2280E6A-4685-49EB-BA0D-96F78E7AD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6628" y="2977132"/>
            <a:ext cx="47779" cy="4777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E1CB324-421F-478B-9C45-89A08CCFE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3954" y="1816715"/>
            <a:ext cx="35265" cy="3526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F3CD2AF-0C34-42D9-92AB-ADAD222B8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4847" y="4078863"/>
            <a:ext cx="33646" cy="3364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D1F2DCB-0B8A-4D78-93D8-CD49A62B4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3932" y="3805071"/>
            <a:ext cx="65359" cy="653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263A54F-4C64-4E48-848A-A3F880CE4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5166" y="3650519"/>
            <a:ext cx="30617" cy="3061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0C6CA29-1E35-427D-8FEB-90A3C3A1D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4066" y="3998045"/>
            <a:ext cx="54267" cy="5426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68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DC75A3B-D1F7-4C74-8D9D-190B32DA7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5954" y="1051808"/>
            <a:ext cx="57763" cy="5776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7DA218A-9CC1-4A64-8196-9A05245A6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9798" y="1490220"/>
            <a:ext cx="57085" cy="5708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E24B77E-B43B-4A9C-A68E-E59782DB5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5836" y="1173374"/>
            <a:ext cx="30041" cy="3004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C2CA194-B39F-45B5-9712-071072989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6512" y="2462321"/>
            <a:ext cx="65194" cy="6519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D322BD4-DECA-4AB2-AE30-C4AB4AE2B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4113" y="997144"/>
            <a:ext cx="32674" cy="3267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C1B1060-FF3A-4094-9CB6-86EAE3CD1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5615" y="3067194"/>
            <a:ext cx="42959" cy="429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56521B3-F6A8-40C5-89C6-93A8BD5EF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4106" y="1023124"/>
            <a:ext cx="58676" cy="5867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5F3DB2D-2435-45DC-BF30-770ACFF8F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9516" y="3927021"/>
            <a:ext cx="32377" cy="3237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6DDB895-F448-464D-9DB3-0EEA7D0F9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95496" y="2341780"/>
            <a:ext cx="50124" cy="501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AC6AF53-02FD-47CE-BC65-A3B446243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9107" y="1520200"/>
            <a:ext cx="20272" cy="202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F6EB7F9-2212-487F-A151-AAF926278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3488" y="2645028"/>
            <a:ext cx="30338" cy="30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68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D084C3D-E732-4CF8-9FFA-19016B650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4991" y="1685255"/>
            <a:ext cx="57127" cy="5712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E1294AE-2D48-4AE1-9850-94A7B159B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2130" y="2107542"/>
            <a:ext cx="48122" cy="4812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082C709-1AD3-46AC-8358-9B531A972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7334" y="3854538"/>
            <a:ext cx="51226" cy="5122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A68ECC0-0C2B-47AB-BB1B-71A6DC891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500" y="2605378"/>
            <a:ext cx="40260" cy="402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34C7903-E5F6-4CCA-BB6B-C00DF6A7B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6095" y="1527569"/>
            <a:ext cx="27842" cy="2784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E49B739-73A5-4178-9D8B-B4951AFC5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1781175"/>
            <a:ext cx="19050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4F4F1"/>
          </a:solidFill>
          <a:ln xmlns:a="http://schemas.openxmlformats.org/drawingml/2006/main" w="9525">
            <a:solidFill>
              <a:srgbClr val="BDBDB8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213607751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E9E9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CC22F45-65A8-443B-9471-87938DFBF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00050"/>
            <a:ext cx="8782050" cy="6057900"/>
          </a:xfrm>
          <a:prstGeom xmlns:a="http://schemas.openxmlformats.org/drawingml/2006/main" prst="roundRect">
            <a:avLst>
              <a:gd name="adj" fmla="val 2516"/>
            </a:avLst>
          </a:prstGeom>
          <a:solidFill xmlns:a="http://schemas.openxmlformats.org/drawingml/2006/main">
            <a:srgbClr val="E9E9E9"/>
          </a:solidFill>
          <a:ln xmlns:a="http://schemas.openxmlformats.org/drawingml/2006/main" w="9525">
            <a:solidFill>
              <a:srgbClr val="BDBDB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2191C3-1D86-4B5B-9ADA-DFF107D7E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66750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77772"/>
                </a:solidFill>
              </a:defRPr>
            </a:pPr>
            <a:r>
              <a:rPr sz="825" b="1">
                <a:solidFill>
                  <a:srgbClr val="777772"/>
                </a:solidFill>
              </a:rPr>
              <a:t>ABOUT ME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43F109-9460-404D-BF31-897293E21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45720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7A64"/>
                </a:solidFill>
              </a:defRPr>
            </a:pPr>
            <a:r>
              <a:rPr sz="900" b="1">
                <a:solidFill>
                  <a:srgbClr val="007A64"/>
                </a:solidFill>
              </a:rPr>
              <a:t>INTERCUT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D8D352-6DC0-4E5F-90FC-5495DCED7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7810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01 / 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B0E319-89CF-4293-9F18-BDA58C27C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1333500"/>
            <a:ext cx="23622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Editorial entry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D1097B-48E2-415B-8591-54D7E0B2E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400300"/>
            <a:ext cx="23622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77772"/>
                </a:solidFill>
              </a:defRPr>
            </a:pPr>
            <a:r>
              <a:rPr sz="1125" b="0">
                <a:solidFill>
                  <a:srgbClr val="777772"/>
                </a:solidFill>
              </a:rPr>
              <a:t>The opening line sits low on the page while the first cloud appears as a distant promise.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60E55C-5288-4516-8F3C-27CD44DE0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60007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7A64"/>
                </a:solidFill>
              </a:defRPr>
            </a:pPr>
            <a:r>
              <a:rPr sz="825" b="1">
                <a:solidFill>
                  <a:srgbClr val="007A64"/>
                </a:solidFill>
              </a:rPr>
              <a:t>SCROLL ↓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6B2B35-95EA-48DD-A7DE-AA58CAC1E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2705" y="3367207"/>
            <a:ext cx="49869" cy="4986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AB136C-3AD8-4D02-BBCB-0E211EFD1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17" y="3522417"/>
            <a:ext cx="20231" cy="2023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EF4D0F-F526-4B38-9031-71A848829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013" y="2122970"/>
            <a:ext cx="49483" cy="4948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C1EB23-5B3B-47A0-9B05-4E0DF1588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2298" y="1954390"/>
            <a:ext cx="62315" cy="6231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258BEF-7F9D-4D66-8302-ED21959E5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9953" y="3073940"/>
            <a:ext cx="25993" cy="2599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A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2A09F7-6DA5-4E20-B7FD-793894003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6613" y="1582987"/>
            <a:ext cx="42015" cy="4201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21C23A-B5DC-4ACF-8FF0-61FA4065C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3827" y="821955"/>
            <a:ext cx="31366" cy="3136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6AD723E-850E-4163-8BA9-D2A375B79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1086" y="1859519"/>
            <a:ext cx="32669" cy="3266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5F3891F-FE1E-4C5A-929B-315DA3FE4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773" y="3137253"/>
            <a:ext cx="49228" cy="492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9A9D7DC-D3AE-4B57-BC3E-A22602D47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7988" y="3280992"/>
            <a:ext cx="20656" cy="206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B9BC3A5-C05F-48D6-A2D3-7FCAB7CE7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3876" y="2594960"/>
            <a:ext cx="41811" cy="4181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82964C9-D469-4B13-88F8-C93F0CDC0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2511" y="4005207"/>
            <a:ext cx="22735" cy="227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B88FF40-D9E2-4995-AC72-D3BA792E8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2426" y="2453602"/>
            <a:ext cx="55393" cy="5539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391A267-DA02-47E1-BEE6-9225BA64D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89" y="3934622"/>
            <a:ext cx="50263" cy="5026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3A8690E-83B5-4F33-B2DF-06006EEF5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6088" y="1418767"/>
            <a:ext cx="22887" cy="2288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F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932A63D-2C68-4CD7-A672-7C0C421D1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0513" y="1761656"/>
            <a:ext cx="65055" cy="650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4463F9C-A05A-4BA8-8674-9EC2F19D9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005" y="2490323"/>
            <a:ext cx="23357" cy="2335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9CE9DC3-378F-41F1-B4AB-9F1646914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1315" y="2165130"/>
            <a:ext cx="54252" cy="542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462F536-97C8-4299-9982-8FA2F365E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3690" y="2852497"/>
            <a:ext cx="53231" cy="5323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5608ECC-BC86-4FB7-939F-742DCC3B5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2545" y="2854475"/>
            <a:ext cx="26277" cy="2627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F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410607D-1543-45AF-97BE-716559014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0183" y="2584452"/>
            <a:ext cx="28228" cy="282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A6AA869-E8D1-4340-9AD1-E4F7B4FAB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9620" y="1988544"/>
            <a:ext cx="28941" cy="2894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40BB78C-7CAC-47B5-8397-FF5DBEF06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9875" y="1591041"/>
            <a:ext cx="57500" cy="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16F6E8D-3622-4F9C-9C94-43E2B48FE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5579" y="2583839"/>
            <a:ext cx="48103" cy="4810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9B22ECB-7813-4003-A9C5-EF38CC287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5595" y="2452069"/>
            <a:ext cx="30311" cy="3031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ED6D304-D97D-4EB3-B5D4-324F0A026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3918" y="2487619"/>
            <a:ext cx="56420" cy="564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28D849F-8238-4CFE-8475-99BE328E6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6873" y="3445852"/>
            <a:ext cx="22705" cy="2270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08D39DF-822A-4622-B0D0-0B1697029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286" y="900043"/>
            <a:ext cx="57045" cy="5704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68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7675A91-EE58-48CA-809A-B471CF29E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1501" y="2586006"/>
            <a:ext cx="55197" cy="5519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363BC0D-FA3A-4727-B774-EFB9F45C7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9262" y="2204971"/>
            <a:ext cx="39088" cy="3908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D5560D8-DADE-42A0-9A42-6B6EE46D6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6470" y="955793"/>
            <a:ext cx="21708" cy="217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9BA0AC5-D639-4864-B2F4-B79BA0B78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010" y="1191739"/>
            <a:ext cx="50364" cy="5036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C569F9C-B181-491B-A4A1-2F9954D2A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0159" y="3944182"/>
            <a:ext cx="38629" cy="3862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38B4181-C7FD-437D-80C1-4A17DA3CF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7378" y="4123631"/>
            <a:ext cx="42235" cy="422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0DF1EE0-4923-41C7-9235-DEB9F68F2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43300"/>
            <a:ext cx="6191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11111"/>
                </a:solidFill>
              </a:defRPr>
            </a:pPr>
            <a:r>
              <a:rPr sz="3225" b="1">
                <a:solidFill>
                  <a:srgbClr val="111111"/>
                </a:solidFill>
              </a:rPr>
              <a:t>COMPLICATED THINGS</a:t>
            </a:r>
          </a:p>
          <a:p xmlns:a="http://schemas.openxmlformats.org/drawingml/2006/main">
            <a:pPr algn="l">
              <a:defRPr sz="3225" b="1">
                <a:solidFill>
                  <a:srgbClr val="111111"/>
                </a:solidFill>
              </a:defRPr>
            </a:pPr>
            <a:r>
              <a:rPr sz="3225" b="1">
                <a:solidFill>
                  <a:srgbClr val="111111"/>
                </a:solidFill>
              </a:rPr>
              <a:t>SHOULD FEEL SIMPLE.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1570BD8-6929-41A0-8F6A-0BAE4ABE6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934075"/>
            <a:ext cx="84772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DBDB8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AC49691-D948-4B62-8935-290AEAAFB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6057900"/>
            <a:ext cx="4019550" cy="257175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9E9E9"/>
          </a:solidFill>
          <a:ln xmlns:a="http://schemas.openxmlformats.org/drawingml/2006/main" w="9525">
            <a:solidFill>
              <a:srgbClr val="BDBDB8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889E74E-516E-4E2E-8493-B6148D533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6057900"/>
            <a:ext cx="990600" cy="257175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ADAD710-8BAD-44AE-B926-AB1A83D8C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6105525"/>
            <a:ext cx="1809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111111"/>
                </a:solidFill>
              </a:defRPr>
            </a:pPr>
            <a:r>
              <a:rPr sz="675" b="0">
                <a:solidFill>
                  <a:srgbClr val="111111"/>
                </a:solidFill>
              </a:rPr>
              <a:t>Home       Portfolio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EE507A4-EE63-4FC4-9DB1-9B3DD83A4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6105525"/>
            <a:ext cx="990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</a:defRPr>
            </a:pPr>
            <a:r>
              <a:rPr sz="675" b="1">
                <a:solidFill>
                  <a:srgbClr val="FFFFFF"/>
                </a:solidFill>
              </a:rPr>
              <a:t>About Me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2410F6E-0883-46AD-B3CC-7B579E2D1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6105525"/>
            <a:ext cx="781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111111"/>
                </a:solidFill>
              </a:defRPr>
            </a:pPr>
            <a:r>
              <a:rPr sz="675" b="0">
                <a:solidFill>
                  <a:srgbClr val="111111"/>
                </a:solidFill>
              </a:rPr>
              <a:t>Contact</a:t>
            </a:r>
          </a:p>
        </p:txBody>
      </p:sp>
    </p:spTree>
    <p:extLst>
      <p:ext uri="{BB962C8B-B14F-4D97-AF65-F5344CB8AC3E}">
        <p14:creationId xmlns:p14="http://schemas.microsoft.com/office/powerpoint/2010/main" val="534616555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E9E9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AE4B72B-155C-45A3-B3B6-60085966C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00050"/>
            <a:ext cx="8782050" cy="6057900"/>
          </a:xfrm>
          <a:prstGeom xmlns:a="http://schemas.openxmlformats.org/drawingml/2006/main" prst="roundRect">
            <a:avLst>
              <a:gd name="adj" fmla="val 2516"/>
            </a:avLst>
          </a:prstGeom>
          <a:solidFill xmlns:a="http://schemas.openxmlformats.org/drawingml/2006/main">
            <a:srgbClr val="E9E9E9"/>
          </a:solidFill>
          <a:ln xmlns:a="http://schemas.openxmlformats.org/drawingml/2006/main" w="9525">
            <a:solidFill>
              <a:srgbClr val="BDBDB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8B7377-FD95-4CAC-B0CB-0DEF79BE3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66750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77772"/>
                </a:solidFill>
              </a:defRPr>
            </a:pPr>
            <a:r>
              <a:rPr sz="825" b="1">
                <a:solidFill>
                  <a:srgbClr val="777772"/>
                </a:solidFill>
              </a:rPr>
              <a:t>ABOUT ME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FA1306-8536-4C31-AFBF-458EF37AE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45720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7A64"/>
                </a:solidFill>
              </a:defRPr>
            </a:pPr>
            <a:r>
              <a:rPr sz="900" b="1">
                <a:solidFill>
                  <a:srgbClr val="007A64"/>
                </a:solidFill>
              </a:rPr>
              <a:t>INTERCUT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DB787B-AA2A-427C-8067-1C378A8CB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7810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02 / 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D422D1-167E-4043-A523-E7810A738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1333500"/>
            <a:ext cx="23622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Spatial statement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AAFC2E-7D96-4452-927E-1735563B3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400300"/>
            <a:ext cx="23622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77772"/>
                </a:solidFill>
              </a:defRPr>
            </a:pPr>
            <a:r>
              <a:rPr sz="1125" b="0">
                <a:solidFill>
                  <a:srgbClr val="777772"/>
                </a:solidFill>
              </a:rPr>
              <a:t>The cloud expands for one cinematic sentence rather than a continuous journey.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E68BED-4BD6-4B96-87D9-771CE0169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60007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7A64"/>
                </a:solidFill>
              </a:defRPr>
            </a:pPr>
            <a:r>
              <a:rPr sz="825" b="1">
                <a:solidFill>
                  <a:srgbClr val="007A64"/>
                </a:solidFill>
              </a:rPr>
              <a:t>SCROLL ↓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8984D2-BC1D-4318-8182-4C17D9B20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8479" y="3760799"/>
            <a:ext cx="102073" cy="1020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5A225A-54DC-43EB-9F06-A13FADD6D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8179" y="3723307"/>
            <a:ext cx="115293" cy="11529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A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B788AF-3EA6-40FD-ABFC-DF920B9F1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9510" y="1516208"/>
            <a:ext cx="119459" cy="119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13AFD6-BBF2-4482-A252-7E2A3DFE4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9455" y="3777305"/>
            <a:ext cx="133395" cy="1333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F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70A0140-7FCB-4AFC-BA25-FF75F7F2E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5244" y="3765381"/>
            <a:ext cx="132899" cy="13289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A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8BB9F4-0F36-4252-91DA-DD5B5FAEC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6379" y="3728294"/>
            <a:ext cx="140927" cy="14092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9995976-B431-4AB5-A128-6CABBD022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2106" y="3675366"/>
            <a:ext cx="146679" cy="14667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1D09D0-1217-49ED-B7CF-D62CFC023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5667" y="3656534"/>
            <a:ext cx="144662" cy="14466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A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AE563C6-436C-43AC-9702-71E8AAF8E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0562" y="1409891"/>
            <a:ext cx="143675" cy="143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1953A05-9C29-40C2-B89D-786046E33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2901" y="1262110"/>
            <a:ext cx="129877" cy="12987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F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9C7A641-D760-4CE6-A92D-13EB2A5B2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8208" y="1240204"/>
            <a:ext cx="134142" cy="13414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CDE24F7-C4FF-4714-8756-2D1C095CD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7402" y="1365369"/>
            <a:ext cx="145032" cy="145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A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38A6BD0-794B-47A0-BDA3-8CACE89B4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7943" y="1515358"/>
            <a:ext cx="131602" cy="13160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B8BD2E6-CD5F-4A7D-BA65-233C5F80D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27635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DIGITAL EXPERIENCES ARE OFTEN ASKED TO MAKE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8943BB3-B718-435A-9EDC-F391F5E44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971675"/>
            <a:ext cx="5143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825" b="1">
                <a:solidFill>
                  <a:srgbClr val="111111"/>
                </a:solidFill>
              </a:defRPr>
            </a:pPr>
            <a:r>
              <a:rPr sz="3825" b="1">
                <a:solidFill>
                  <a:srgbClr val="111111"/>
                </a:solidFill>
              </a:rPr>
              <a:t>COMPLICATED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7B9ED6C-A9CB-4EC2-96C9-7BF1859A5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609850"/>
            <a:ext cx="5143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825" b="1">
                <a:solidFill>
                  <a:srgbClr val="111111"/>
                </a:solidFill>
              </a:defRPr>
            </a:pPr>
            <a:r>
              <a:rPr sz="3825" b="1">
                <a:solidFill>
                  <a:srgbClr val="111111"/>
                </a:solidFill>
              </a:rPr>
              <a:t>THINGS FEEL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3E626A2-A0A6-404F-BF0C-DE06E674C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257550"/>
            <a:ext cx="5143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575" b="1">
                <a:solidFill>
                  <a:srgbClr val="007A64"/>
                </a:solidFill>
              </a:defRPr>
            </a:pPr>
            <a:r>
              <a:rPr sz="4575" b="1">
                <a:solidFill>
                  <a:srgbClr val="007A64"/>
                </a:solidFill>
              </a:rPr>
              <a:t>SIMPLE.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CC38562-2D94-46AD-AAD8-7049E1D97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934075"/>
            <a:ext cx="84772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DBDB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7DC4E46-E2E3-4E4E-923C-9E4934796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6057900"/>
            <a:ext cx="4019550" cy="257175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9E9E9"/>
          </a:solidFill>
          <a:ln xmlns:a="http://schemas.openxmlformats.org/drawingml/2006/main" w="9525">
            <a:solidFill>
              <a:srgbClr val="BDBDB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F7B115C-47CF-41AE-A9C2-53B08663C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6057900"/>
            <a:ext cx="990600" cy="257175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269FC4B-15D1-4C8A-A298-C74A801D2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6105525"/>
            <a:ext cx="1809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111111"/>
                </a:solidFill>
              </a:defRPr>
            </a:pPr>
            <a:r>
              <a:rPr sz="675" b="0">
                <a:solidFill>
                  <a:srgbClr val="111111"/>
                </a:solidFill>
              </a:rPr>
              <a:t>Home       Portfolio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213B1AD-8BF5-47FD-8C65-720CFF633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6105525"/>
            <a:ext cx="990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</a:defRPr>
            </a:pPr>
            <a:r>
              <a:rPr sz="675" b="1">
                <a:solidFill>
                  <a:srgbClr val="FFFFFF"/>
                </a:solidFill>
              </a:rPr>
              <a:t>About Me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22CBB73-8A6E-47D7-9395-FA2890EC3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6105525"/>
            <a:ext cx="781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111111"/>
                </a:solidFill>
              </a:defRPr>
            </a:pPr>
            <a:r>
              <a:rPr sz="675" b="0">
                <a:solidFill>
                  <a:srgbClr val="111111"/>
                </a:solidFill>
              </a:rPr>
              <a:t>Contact</a:t>
            </a:r>
          </a:p>
        </p:txBody>
      </p:sp>
    </p:spTree>
    <p:extLst>
      <p:ext uri="{BB962C8B-B14F-4D97-AF65-F5344CB8AC3E}">
        <p14:creationId xmlns:p14="http://schemas.microsoft.com/office/powerpoint/2010/main" val="2039890502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E9E9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902E9F5-32B4-44E0-BC63-829068429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00050"/>
            <a:ext cx="8782050" cy="6057900"/>
          </a:xfrm>
          <a:prstGeom xmlns:a="http://schemas.openxmlformats.org/drawingml/2006/main" prst="roundRect">
            <a:avLst>
              <a:gd name="adj" fmla="val 2516"/>
            </a:avLst>
          </a:prstGeom>
          <a:solidFill xmlns:a="http://schemas.openxmlformats.org/drawingml/2006/main">
            <a:srgbClr val="E9E9E9"/>
          </a:solidFill>
          <a:ln xmlns:a="http://schemas.openxmlformats.org/drawingml/2006/main" w="9525">
            <a:solidFill>
              <a:srgbClr val="BDBDB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568353-DE6D-436F-A540-D471717BC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66750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77772"/>
                </a:solidFill>
              </a:defRPr>
            </a:pPr>
            <a:r>
              <a:rPr sz="825" b="1">
                <a:solidFill>
                  <a:srgbClr val="777772"/>
                </a:solidFill>
              </a:rPr>
              <a:t>ABOUT ME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FBDE63-A7D6-4C15-ADAA-843F137CD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45720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7A64"/>
                </a:solidFill>
              </a:defRPr>
            </a:pPr>
            <a:r>
              <a:rPr sz="900" b="1">
                <a:solidFill>
                  <a:srgbClr val="007A64"/>
                </a:solidFill>
              </a:rPr>
              <a:t>INTERCUT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ADF780-C80C-4C10-9886-951B21798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7810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03 / 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E54753-D89A-4AD4-B4F9-1441D48FC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1333500"/>
            <a:ext cx="23622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Flatness turn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DE738D-6A68-4878-8AB8-5D0A03D38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400300"/>
            <a:ext cx="23622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77772"/>
                </a:solidFill>
              </a:defRPr>
            </a:pPr>
            <a:r>
              <a:rPr sz="1125" b="0">
                <a:solidFill>
                  <a:srgbClr val="777772"/>
                </a:solidFill>
              </a:rPr>
              <a:t>A plain typographic page delivers the complication; a small cloud persists as context.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3CCBCD-D66E-4645-BE1F-5974A4940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60007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7A64"/>
                </a:solidFill>
              </a:defRPr>
            </a:pPr>
            <a:r>
              <a:rPr sz="825" b="1">
                <a:solidFill>
                  <a:srgbClr val="007A64"/>
                </a:solidFill>
              </a:rPr>
              <a:t>SCROLL ↓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D7453A-AB95-44C3-B5B0-78D87718F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257300"/>
            <a:ext cx="723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725" b="1">
                <a:solidFill>
                  <a:srgbClr val="111111"/>
                </a:solidFill>
              </a:defRPr>
            </a:pPr>
            <a:r>
              <a:rPr sz="4725" b="1">
                <a:solidFill>
                  <a:srgbClr val="111111"/>
                </a:solidFill>
              </a:rPr>
              <a:t>BUT SIMPLE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82E4D5-7CE0-4367-BC00-B8E9CDB49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076450"/>
            <a:ext cx="723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725" b="1">
                <a:solidFill>
                  <a:srgbClr val="B6B6B2"/>
                </a:solidFill>
              </a:defRPr>
            </a:pPr>
            <a:r>
              <a:rPr sz="4725" b="1">
                <a:solidFill>
                  <a:srgbClr val="B6B6B2"/>
                </a:solidFill>
              </a:rPr>
              <a:t>CAN BECOME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8966E0-7694-42C8-9074-2A492ED7B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895600"/>
            <a:ext cx="723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5250" b="1">
                <a:solidFill>
                  <a:srgbClr val="0968C7"/>
                </a:solidFill>
              </a:defRPr>
            </a:pPr>
            <a:r>
              <a:rPr sz="5250" b="1">
                <a:solidFill>
                  <a:srgbClr val="0968C7"/>
                </a:solidFill>
              </a:rPr>
              <a:t>FLAT.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5A68E7-9474-4CA2-9D08-7BF8A6A69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867150"/>
            <a:ext cx="180975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4F4F1"/>
          </a:solidFill>
          <a:ln xmlns:a="http://schemas.openxmlformats.org/drawingml/2006/main" w="9525">
            <a:solidFill>
              <a:srgbClr val="BDBDB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AE2AF8-BF6B-4996-8A2E-203415D62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3457" y="4678541"/>
            <a:ext cx="19837" cy="1983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6B086D-4066-453D-9881-938CB3161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1319" y="4510383"/>
            <a:ext cx="51108" cy="511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1CA129D-4BFB-42FD-9114-E7B1EA4C4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9065" y="4210193"/>
            <a:ext cx="19462" cy="1946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BC46C0-B166-45CA-A53F-A5E24E515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1957" y="4552735"/>
            <a:ext cx="59086" cy="5908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EA8E208-4216-42E8-BFA9-48A0606D4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9501" y="4650057"/>
            <a:ext cx="31903" cy="3190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B108DE8-EB29-41E2-BE03-EC9806A39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1975" y="4503416"/>
            <a:ext cx="32230" cy="3223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F28BC65-AE3D-4677-B35F-8BD532F16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4040" y="4620180"/>
            <a:ext cx="32251" cy="3225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8683009-FF93-48E1-A3FD-D82E040DC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4860" y="4127378"/>
            <a:ext cx="54039" cy="5403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C06B97C-804C-42A0-8B94-8DDD7A167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7301" y="4235851"/>
            <a:ext cx="31401" cy="3140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DD800A1-B14C-48EC-9F72-4A30F1AC2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1191" y="4342707"/>
            <a:ext cx="37640" cy="37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677E9BF-5DAD-4C62-8FBB-57E7E93B3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7185" y="4474820"/>
            <a:ext cx="44240" cy="442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07BEDDA-4D0B-4F02-9143-43E83E89A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1736" y="4454858"/>
            <a:ext cx="65818" cy="658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8D786C9-6C42-4E82-A149-833836FD3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8841" y="4598393"/>
            <a:ext cx="55082" cy="5508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F3C1E15-7A0D-4F5A-B243-4523A479D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5024" y="4391278"/>
            <a:ext cx="66483" cy="6648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3A0B16A-A9A4-4222-8D03-821B8419B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6838" y="4114374"/>
            <a:ext cx="58843" cy="5884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E9D0E5B-D76D-4802-80EB-EC2F3DB37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3931" y="4419754"/>
            <a:ext cx="39023" cy="3902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FFFC7E4-DF25-4ABE-9BC9-FA80A6A22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5592" y="4270682"/>
            <a:ext cx="59596" cy="595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772E7DA-709D-4676-BDB4-9AEBFE70C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2834" y="4468130"/>
            <a:ext cx="43261" cy="432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1154F74-B524-4B4F-980E-6C34449B3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934075"/>
            <a:ext cx="84772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DBDB8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28D6934-867C-4563-9629-45552B65A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6057900"/>
            <a:ext cx="4019550" cy="257175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9E9E9"/>
          </a:solidFill>
          <a:ln xmlns:a="http://schemas.openxmlformats.org/drawingml/2006/main" w="9525">
            <a:solidFill>
              <a:srgbClr val="BDBDB8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5383FB2-C65F-48B0-80CC-3E438D825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6057900"/>
            <a:ext cx="990600" cy="257175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677595B-23F2-4DC2-9933-0BDFB4403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6105525"/>
            <a:ext cx="1809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111111"/>
                </a:solidFill>
              </a:defRPr>
            </a:pPr>
            <a:r>
              <a:rPr sz="675" b="0">
                <a:solidFill>
                  <a:srgbClr val="111111"/>
                </a:solidFill>
              </a:rPr>
              <a:t>Home       Portfolio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C7FE89A-F02E-4AA0-8022-4A9E3BA81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6105525"/>
            <a:ext cx="990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</a:defRPr>
            </a:pPr>
            <a:r>
              <a:rPr sz="675" b="1">
                <a:solidFill>
                  <a:srgbClr val="FFFFFF"/>
                </a:solidFill>
              </a:rPr>
              <a:t>About Me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20C8B43-89C9-479A-9B67-71308762E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6105525"/>
            <a:ext cx="781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111111"/>
                </a:solidFill>
              </a:defRPr>
            </a:pPr>
            <a:r>
              <a:rPr sz="675" b="0">
                <a:solidFill>
                  <a:srgbClr val="111111"/>
                </a:solidFill>
              </a:rPr>
              <a:t>Contact</a:t>
            </a:r>
          </a:p>
        </p:txBody>
      </p:sp>
    </p:spTree>
    <p:extLst>
      <p:ext uri="{BB962C8B-B14F-4D97-AF65-F5344CB8AC3E}">
        <p14:creationId xmlns:p14="http://schemas.microsoft.com/office/powerpoint/2010/main" val="289746968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E9E9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7216899-A217-4577-8294-660EBE2CA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00050"/>
            <a:ext cx="8782050" cy="6057900"/>
          </a:xfrm>
          <a:prstGeom xmlns:a="http://schemas.openxmlformats.org/drawingml/2006/main" prst="roundRect">
            <a:avLst>
              <a:gd name="adj" fmla="val 2516"/>
            </a:avLst>
          </a:prstGeom>
          <a:solidFill xmlns:a="http://schemas.openxmlformats.org/drawingml/2006/main">
            <a:srgbClr val="E9E9E9"/>
          </a:solidFill>
          <a:ln xmlns:a="http://schemas.openxmlformats.org/drawingml/2006/main" w="9525">
            <a:solidFill>
              <a:srgbClr val="BDBDB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8E342A-A9C8-46FA-A4C1-DB7A82C95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66750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77772"/>
                </a:solidFill>
              </a:defRPr>
            </a:pPr>
            <a:r>
              <a:rPr sz="825" b="1">
                <a:solidFill>
                  <a:srgbClr val="777772"/>
                </a:solidFill>
              </a:rPr>
              <a:t>ABOUT ME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B57657-773C-47BC-BB1E-826FF6FD4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45720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7A64"/>
                </a:solidFill>
              </a:defRPr>
            </a:pPr>
            <a:r>
              <a:rPr sz="900" b="1">
                <a:solidFill>
                  <a:srgbClr val="007A64"/>
                </a:solidFill>
              </a:rPr>
              <a:t>INTERCUT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17C407-1021-400D-85FB-D7370B448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7810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04 / 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AD7D17-BE07-497E-862E-465F0A5C8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1333500"/>
            <a:ext cx="23622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Clarity explained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E645E9-E4B7-4C4A-B114-C49B44EB4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400300"/>
            <a:ext cx="23622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77772"/>
                </a:solidFill>
              </a:defRPr>
            </a:pPr>
            <a:r>
              <a:rPr sz="1125" b="0">
                <a:solidFill>
                  <a:srgbClr val="777772"/>
                </a:solidFill>
              </a:rPr>
              <a:t>The full sentence remains still while an embedded dot study carries movement.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B78D17-88D4-48EF-99F7-903FD8560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60007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7A64"/>
                </a:solidFill>
              </a:defRPr>
            </a:pPr>
            <a:r>
              <a:rPr sz="825" b="1">
                <a:solidFill>
                  <a:srgbClr val="007A64"/>
                </a:solidFill>
              </a:rPr>
              <a:t>SCROLL ↓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63ED3B-0564-4435-98B4-7165D73C3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276350"/>
            <a:ext cx="7239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111"/>
                </a:solidFill>
              </a:defRPr>
            </a:pPr>
            <a:r>
              <a:rPr sz="2550" b="1">
                <a:solidFill>
                  <a:srgbClr val="111111"/>
                </a:solidFill>
              </a:rPr>
              <a:t>Clarity should make complexity understandable</a:t>
            </a:r>
          </a:p>
          <a:p xmlns:a="http://schemas.openxmlformats.org/drawingml/2006/main">
            <a:pPr algn="l">
              <a:defRPr sz="2550" b="1">
                <a:solidFill>
                  <a:srgbClr val="111111"/>
                </a:solidFill>
              </a:defRPr>
            </a:pPr>
            <a:r>
              <a:rPr sz="2550" b="1">
                <a:solidFill>
                  <a:srgbClr val="111111"/>
                </a:solidFill>
              </a:rPr>
              <a:t>without removing what makes it human: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8EE46A-04AB-416A-9193-C03F64ECD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47950"/>
            <a:ext cx="1909763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968C7"/>
                </a:solidFill>
              </a:defRPr>
            </a:pPr>
            <a:r>
              <a:rPr sz="1500" b="1">
                <a:solidFill>
                  <a:srgbClr val="0968C7"/>
                </a:solidFill>
              </a:rPr>
              <a:t>CONTEXT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27A834-1311-40CC-B25B-DC1FFBE82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5113" y="2647950"/>
            <a:ext cx="1909763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07A64"/>
                </a:solidFill>
              </a:defRPr>
            </a:pPr>
            <a:r>
              <a:rPr sz="1500" b="1">
                <a:solidFill>
                  <a:srgbClr val="007A64"/>
                </a:solidFill>
              </a:rPr>
              <a:t>CHARACTER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131CEA-D16B-475B-927F-6C1C90A3C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647950"/>
            <a:ext cx="1909763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59A00"/>
                </a:solidFill>
              </a:defRPr>
            </a:pPr>
            <a:r>
              <a:rPr sz="1500" b="1">
                <a:solidFill>
                  <a:srgbClr val="F59A00"/>
                </a:solidFill>
              </a:rPr>
              <a:t>MOVEMENT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A5F6D0-BA4A-42FF-8759-0D0E4EBDF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4638" y="2647950"/>
            <a:ext cx="1909763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C9F000"/>
                </a:solidFill>
              </a:defRPr>
            </a:pPr>
            <a:r>
              <a:rPr sz="1500" b="1">
                <a:solidFill>
                  <a:srgbClr val="C9F000"/>
                </a:solidFill>
              </a:rPr>
              <a:t>SURPRISE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F7EFA7-2E78-46CD-A5F4-29C08D0E0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486150"/>
            <a:ext cx="721995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4F4F1"/>
          </a:solidFill>
          <a:ln xmlns:a="http://schemas.openxmlformats.org/drawingml/2006/main" w="9525">
            <a:solidFill>
              <a:srgbClr val="BDBDB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F7A1C94-7C6E-4CEB-9B30-119C20B6C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0575" y="3648303"/>
            <a:ext cx="52447" cy="5244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270830B-3CD5-4517-81B7-A81EAD999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0823" y="4053624"/>
            <a:ext cx="24011" cy="2401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A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B674AE5-CFEE-4CA9-B149-2D53498D3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9063" y="4275730"/>
            <a:ext cx="52076" cy="5207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2CDD134-F0E4-43CA-8801-68A33A885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039" y="3649761"/>
            <a:ext cx="33659" cy="336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A30B173-AF52-471D-9954-580A91C87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0926" y="4112078"/>
            <a:ext cx="57441" cy="5744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8620010-DC25-4B15-8E23-7209F5C3E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1541" y="4001471"/>
            <a:ext cx="58788" cy="5878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3E2DEB7-884B-49B0-95F4-6163F146C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7251" y="3878958"/>
            <a:ext cx="51824" cy="518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F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F28B956-9E7E-4EA1-A548-E9CF9DDEC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8186" y="3775051"/>
            <a:ext cx="35293" cy="3529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8CA134F-6C17-41A5-BD38-F5C9078DA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9036" y="3805309"/>
            <a:ext cx="22924" cy="229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C648B92-D14F-412D-AC08-5189FA952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6419" y="3824982"/>
            <a:ext cx="32384" cy="3238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AC188AE-9BBD-4860-9620-E4EB81CB2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9402" y="3870331"/>
            <a:ext cx="44198" cy="4419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64C5EA8-732E-410D-83C2-1A46CE643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1405" y="4471891"/>
            <a:ext cx="35056" cy="350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5121D9F-7495-4894-8F80-EC0FB0935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52" y="4417513"/>
            <a:ext cx="44683" cy="4468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05D5354-23B8-4276-9589-DB1FE22F8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1263" y="4098444"/>
            <a:ext cx="45744" cy="457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F02606C-123D-48DC-831C-AD82484B4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0704" y="3717427"/>
            <a:ext cx="55085" cy="5508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63CA72B-28DB-467D-839F-256206968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3744" y="3857206"/>
            <a:ext cx="26007" cy="2600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424E54D-5A23-4F7F-A6FA-40B3E45CD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63" y="3691154"/>
            <a:ext cx="44104" cy="441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8029209-B175-4679-8E04-DF3443E65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4171" y="3909592"/>
            <a:ext cx="55888" cy="5588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2985BA4-9AF9-47DF-9103-E3D9503A3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2387" y="4414438"/>
            <a:ext cx="45602" cy="4560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ED6B42E-04CF-4BC2-A3C6-028067270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2107" y="4413349"/>
            <a:ext cx="30527" cy="3052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0E96958-27C1-4BB1-9FB7-2C5C8C290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8187" y="4194139"/>
            <a:ext cx="27279" cy="2727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C834B96-F41E-4F1A-831D-77D12A2FE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7670" y="3802249"/>
            <a:ext cx="59101" cy="5910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A300405-A51B-4DB1-91FE-5C80EFB8F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8391" y="4137059"/>
            <a:ext cx="44119" cy="4411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DF55BA4-51B4-48A6-AD35-79A556BFF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5443" y="3930869"/>
            <a:ext cx="25846" cy="2584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A5A9FAC-B7F2-49E1-ADE4-8A80B027E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1328" y="4351627"/>
            <a:ext cx="49865" cy="4986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B4DB6A6-02A6-437F-B883-F1B394935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3856" y="4008931"/>
            <a:ext cx="65330" cy="6533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86F2F3C-0293-49F8-8D49-2E30D82E1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9688" y="4170287"/>
            <a:ext cx="48094" cy="4809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68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AE08A6F-B143-445E-8772-AF485617C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5063" y="3621402"/>
            <a:ext cx="57201" cy="5720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7A6D310-2C57-441D-AD52-DA6FD67C3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3776" y="4404985"/>
            <a:ext cx="49437" cy="4943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71DD454-82BA-45B1-840B-EDFA2E3DD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1145" y="4397407"/>
            <a:ext cx="43179" cy="4317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728022D-8D59-487B-8D4F-6A80B308C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4828" y="4270997"/>
            <a:ext cx="25144" cy="251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75B7362-93AE-4540-BF02-6AF1F0BF7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7355" y="4339979"/>
            <a:ext cx="35984" cy="3598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4F766F2-58EE-4B1C-B3E2-E8BD6A9AA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3416" y="4192735"/>
            <a:ext cx="60807" cy="6080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CE8B9D2-6A94-47D3-B3A7-A0A0B1201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7632" y="4133938"/>
            <a:ext cx="19087" cy="1908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E82399C-CFA7-458E-AC7A-FC41565A8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0619" y="4241028"/>
            <a:ext cx="57115" cy="5711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BC011AF-EBBF-4831-BD3D-101EC86CC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4485" y="3853452"/>
            <a:ext cx="24544" cy="245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94B5501-978B-415B-AE51-506AD3293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1251" y="3902341"/>
            <a:ext cx="28869" cy="2886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68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1FBE796-2100-4F2A-963B-4014FC99A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2017" y="3645316"/>
            <a:ext cx="47786" cy="4778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08E61C57-3433-4606-8A25-73BF3472E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274" y="4035529"/>
            <a:ext cx="44112" cy="4411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B054CEC2-6A3C-4FB2-89F5-D70BE8F14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026" y="4459634"/>
            <a:ext cx="45819" cy="4581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100510FD-A996-484F-980B-1D203FEF3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6800" y="3878690"/>
            <a:ext cx="49288" cy="4928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357919C8-3D63-47EE-B534-5719B80FC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0886" y="4269253"/>
            <a:ext cx="32980" cy="329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383D4D00-CBB3-4FAE-BD9E-F1B8BD9CF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0904" y="4038393"/>
            <a:ext cx="24077" cy="2407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CDDF4280-85E4-4873-97BC-C2F0E6B2D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9476" y="3762579"/>
            <a:ext cx="41822" cy="4182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816E1DB9-A06E-43C4-8F85-B2FFF00C2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4996" y="3819808"/>
            <a:ext cx="58212" cy="5821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A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82EEA38F-D57A-4951-BD90-DED64BEE6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934075"/>
            <a:ext cx="84772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DBDB8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F502FEF9-91BF-498F-B99E-FDD1B79D6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6057900"/>
            <a:ext cx="4019550" cy="257175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9E9E9"/>
          </a:solidFill>
          <a:ln xmlns:a="http://schemas.openxmlformats.org/drawingml/2006/main" w="9525">
            <a:solidFill>
              <a:srgbClr val="BDBDB8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F6591588-49CA-4DBD-AAA0-42C9640D4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6057900"/>
            <a:ext cx="990600" cy="257175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60A103E3-A9AA-4EFA-8DA8-3CBFDE36E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6105525"/>
            <a:ext cx="1809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111111"/>
                </a:solidFill>
              </a:defRPr>
            </a:pPr>
            <a:r>
              <a:rPr sz="675" b="0">
                <a:solidFill>
                  <a:srgbClr val="111111"/>
                </a:solidFill>
              </a:rPr>
              <a:t>Home       Portfolio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74B4E403-982C-4666-A8C1-E7FD0CA49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6105525"/>
            <a:ext cx="990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</a:defRPr>
            </a:pPr>
            <a:r>
              <a:rPr sz="675" b="1">
                <a:solidFill>
                  <a:srgbClr val="FFFFFF"/>
                </a:solidFill>
              </a:rPr>
              <a:t>About Me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202D7E90-E920-4C96-A26A-65E17A64A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6105525"/>
            <a:ext cx="781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111111"/>
                </a:solidFill>
              </a:defRPr>
            </a:pPr>
            <a:r>
              <a:rPr sz="675" b="0">
                <a:solidFill>
                  <a:srgbClr val="111111"/>
                </a:solidFill>
              </a:rPr>
              <a:t>Contact</a:t>
            </a:r>
          </a:p>
        </p:txBody>
      </p:sp>
    </p:spTree>
    <p:extLst>
      <p:ext uri="{BB962C8B-B14F-4D97-AF65-F5344CB8AC3E}">
        <p14:creationId xmlns:p14="http://schemas.microsoft.com/office/powerpoint/2010/main" val="138292161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E9E9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5597BEB-B3AC-4315-9A05-16123FC8D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00050"/>
            <a:ext cx="8782050" cy="6057900"/>
          </a:xfrm>
          <a:prstGeom xmlns:a="http://schemas.openxmlformats.org/drawingml/2006/main" prst="roundRect">
            <a:avLst>
              <a:gd name="adj" fmla="val 2516"/>
            </a:avLst>
          </a:prstGeom>
          <a:solidFill xmlns:a="http://schemas.openxmlformats.org/drawingml/2006/main">
            <a:srgbClr val="E9E9E9"/>
          </a:solidFill>
          <a:ln xmlns:a="http://schemas.openxmlformats.org/drawingml/2006/main" w="9525">
            <a:solidFill>
              <a:srgbClr val="BDBDB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0E5C0F-4953-415A-B7F1-0E5065310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66750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77772"/>
                </a:solidFill>
              </a:defRPr>
            </a:pPr>
            <a:r>
              <a:rPr sz="825" b="1">
                <a:solidFill>
                  <a:srgbClr val="777772"/>
                </a:solidFill>
              </a:rPr>
              <a:t>ABOUT ME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6D980B-F175-4288-A088-D59CAF825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45720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7A64"/>
                </a:solidFill>
              </a:defRPr>
            </a:pPr>
            <a:r>
              <a:rPr sz="900" b="1">
                <a:solidFill>
                  <a:srgbClr val="007A64"/>
                </a:solidFill>
              </a:rPr>
              <a:t>INTERCUT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45A615-EE9F-4707-AD3D-ABAFED450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7810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05 / 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C35EC9-BAFA-4527-98EC-61E95C6DD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1333500"/>
            <a:ext cx="23622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Origin and evidence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1AB58B-5D8B-4FA2-B668-1BCD47F5A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400300"/>
            <a:ext cx="23622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77772"/>
                </a:solidFill>
              </a:defRPr>
            </a:pPr>
            <a:r>
              <a:rPr sz="1125" b="0">
                <a:solidFill>
                  <a:srgbClr val="777772"/>
                </a:solidFill>
              </a:rPr>
              <a:t>Prose, posters and noise-to-meaning animation share one editorial surface.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5A246C-FC72-45DB-A292-D8EAA7024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60007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7A64"/>
                </a:solidFill>
              </a:defRPr>
            </a:pPr>
            <a:r>
              <a:rPr sz="825" b="1">
                <a:solidFill>
                  <a:srgbClr val="007A64"/>
                </a:solidFill>
              </a:rPr>
              <a:t>SCROLL ↓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E8C0FC-F8FC-4D96-8022-7BA650386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123950"/>
            <a:ext cx="666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111"/>
                </a:solidFill>
              </a:defRPr>
            </a:pPr>
            <a:r>
              <a:rPr sz="2625" b="1">
                <a:solidFill>
                  <a:srgbClr val="111111"/>
                </a:solidFill>
              </a:rPr>
              <a:t>I learned that first through graphic design.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B4F641-0EE9-4FC0-894A-268B7479B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905000"/>
            <a:ext cx="5715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111"/>
                </a:solidFill>
              </a:defRPr>
            </a:pPr>
            <a:r>
              <a:rPr sz="1800" b="0">
                <a:solidFill>
                  <a:srgbClr val="111111"/>
                </a:solidFill>
              </a:rPr>
              <a:t>Type, image and rhythm can turn noise into meaning without erasing its energy.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DAC72A-EF47-4E84-9EF9-FDCBEED5F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360000">
            <a:off x="6743700" y="1257300"/>
            <a:ext cx="1066800" cy="1562100"/>
          </a:xfrm>
          <a:prstGeom xmlns:a="http://schemas.openxmlformats.org/drawingml/2006/main" prst="roundRect">
            <a:avLst>
              <a:gd name="adj" fmla="val 17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DBDB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557E2C-4CC9-4E1D-8000-529130B0C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55" y="1444592"/>
            <a:ext cx="44516" cy="4451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A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A00334-754F-4DFF-BAD3-AD1BBCB10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9702" y="1434664"/>
            <a:ext cx="64372" cy="643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B1AEE8-C74B-4F22-9030-C640875BD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1068" y="1668993"/>
            <a:ext cx="52915" cy="5291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F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898B04-B0C9-4223-A662-62990B88B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137" y="1665700"/>
            <a:ext cx="59501" cy="5950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F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A235AC2-A65B-4BA0-91C9-CD9EF0A5B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215" y="1904740"/>
            <a:ext cx="38621" cy="3862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68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D7A7B55-CBB8-4469-B7FC-77299A9A3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5118" y="1892493"/>
            <a:ext cx="63113" cy="6311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5FE79D3-288F-49E7-B099-853BB7863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4909" y="2120034"/>
            <a:ext cx="65232" cy="652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68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5C77A45-A86F-4799-8CBA-0D067750B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5956" y="2121931"/>
            <a:ext cx="61438" cy="614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A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019E98E-7B8F-49CD-9E01-8304C49A7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2676" y="2356401"/>
            <a:ext cx="49699" cy="4969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94A8AF4-8F13-4389-9552-9BA032CC2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9316" y="2358679"/>
            <a:ext cx="45143" cy="4514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F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66796ED-FC58-4B4A-8478-09B47F8D7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2562" y="2347137"/>
            <a:ext cx="68226" cy="6822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F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84A8FF4-2821-4747-98F9-5F26CEE75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0041" y="2582791"/>
            <a:ext cx="54118" cy="541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44E7A14-7614-414E-9C70-576241492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4980" y="2572943"/>
            <a:ext cx="73815" cy="7381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F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350C01A-9300-439A-A1D8-79C3F36ED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0808" y="2583983"/>
            <a:ext cx="51733" cy="5173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68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D94D60F-A4F5-42B1-AC8A-513676199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00000">
            <a:off x="7372350" y="1638300"/>
            <a:ext cx="1066800" cy="1562100"/>
          </a:xfrm>
          <a:prstGeom xmlns:a="http://schemas.openxmlformats.org/drawingml/2006/main" prst="roundRect">
            <a:avLst>
              <a:gd name="adj" fmla="val 17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DBDB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2267DBB-FFE8-420B-B069-E693808D1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5661" y="1812548"/>
            <a:ext cx="70603" cy="7060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68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838AED6-8F16-44D5-927A-F7A77170E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1939" y="1824039"/>
            <a:ext cx="47622" cy="4762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C29397B-5E92-43EE-A317-C455B2267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5516" y="1812828"/>
            <a:ext cx="70044" cy="700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68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E6C6079-A4F8-4E9A-875F-B8761B73D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479" y="1819004"/>
            <a:ext cx="57691" cy="5769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FBD5E3E-3350-42E4-8EF7-70700FCC1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1383" y="2056871"/>
            <a:ext cx="39159" cy="391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1FD028F-5CA3-40AF-8B47-5DB8A0C5D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4334" y="2040247"/>
            <a:ext cx="72407" cy="7240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D375C96-10F6-48A3-93B1-B31E7875D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9044" y="2040169"/>
            <a:ext cx="72562" cy="7256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3EB5BC8-E106-41E0-AB90-5FB49D4EC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5252" y="2284127"/>
            <a:ext cx="41846" cy="4184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A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A4A02F0-6408-4902-AADD-223481D0D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1969" y="2276056"/>
            <a:ext cx="57987" cy="5798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F44DA10-10DC-4E7B-9809-595F3A0FA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996" y="2277296"/>
            <a:ext cx="55508" cy="555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F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6637971-3DF5-4558-B5D7-45316E8C1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9504" y="2512192"/>
            <a:ext cx="42917" cy="4291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25D99AB-7CC9-4CC4-AB18-2CA78362B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5267" y="2513167"/>
            <a:ext cx="40966" cy="4096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C630953-FDF9-43E5-B32C-62457E900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3955" y="2507067"/>
            <a:ext cx="53166" cy="5316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68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6467AB4-88B4-4447-A071-2E4282286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9355" y="2507680"/>
            <a:ext cx="51939" cy="5193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F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30895BC-E715-493D-849D-BC9B60713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9023" y="2725098"/>
            <a:ext cx="74304" cy="74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422E317-3CF5-4FCF-9386-7ED5B5DCA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9648" y="2730935"/>
            <a:ext cx="62629" cy="6262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B31765D-9AB6-4F3C-8C1C-EAF83FEF2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4273" y="2740773"/>
            <a:ext cx="42953" cy="4295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A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543534D-6C71-42F7-85D2-D9EB291A5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319" y="2961994"/>
            <a:ext cx="57711" cy="5771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31BCA5A-88D0-4BBA-A17A-398BF48F4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216" y="2971316"/>
            <a:ext cx="39067" cy="3906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CFACBED-3365-4AFB-97EA-3EA5A32C6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3979" y="2954291"/>
            <a:ext cx="73117" cy="7311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4E7051C-04BD-4B9D-82AB-58310EC64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9956" y="2965481"/>
            <a:ext cx="50737" cy="5073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E48F978-7463-44A9-81F3-E5224CE59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257550"/>
            <a:ext cx="7429500" cy="13716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F4F4F1"/>
          </a:solidFill>
          <a:ln xmlns:a="http://schemas.openxmlformats.org/drawingml/2006/main" w="9525">
            <a:solidFill>
              <a:srgbClr val="BDBDB8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46D0D91-A6D1-436F-A5B9-F56C924A3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54" y="3528196"/>
            <a:ext cx="72689" cy="726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978C6A2-F4C0-40CF-97FC-94669F24D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2834" y="3625950"/>
            <a:ext cx="89749" cy="8974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A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C2343D2-CFEB-48AE-BD40-41D5BBE42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5229" y="4079019"/>
            <a:ext cx="52642" cy="5264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927A8EC-21AE-49C2-9241-CDAB301CC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4226" y="3847028"/>
            <a:ext cx="58330" cy="5833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0559902E-B72D-41B5-931F-6373C7B02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5338" y="3549954"/>
            <a:ext cx="128214" cy="12821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A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852AB94-0C0D-454D-A6EE-FCD9CEE5C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2691" y="4371469"/>
            <a:ext cx="99062" cy="9906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68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E2D61B7-A97F-4F0F-BC81-DEAA2BF7E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7179" y="3550967"/>
            <a:ext cx="85995" cy="859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515E0785-576E-4550-B5DF-D9C83DA72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5028" y="3913796"/>
            <a:ext cx="83415" cy="8341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F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62D41DA0-58B9-402C-B9EA-87E34880B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4878" y="4382865"/>
            <a:ext cx="41560" cy="415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797E52CA-4887-4970-AD46-46744E12E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1497" y="4323065"/>
            <a:ext cx="70415" cy="7041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BB040AD9-B908-4E82-A0B2-B7C72106D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8960" y="3549273"/>
            <a:ext cx="108398" cy="10839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E8421ECA-EF94-4B07-8C91-5AF978B75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26" y="3903123"/>
            <a:ext cx="136316" cy="13631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F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EEDA028B-000C-45B3-A913-18926AD44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2440" y="4087704"/>
            <a:ext cx="102561" cy="1025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F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2DF21779-1C8C-4624-AF37-BDC933E11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3438" y="3695202"/>
            <a:ext cx="125679" cy="12567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68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AA2AEB8A-C5BC-47D2-A806-A6AAD42A8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5087" y="3516051"/>
            <a:ext cx="83136" cy="831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2077AA73-A7D7-48DD-B0E5-D064CB72C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1742" y="3691398"/>
            <a:ext cx="123978" cy="12397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68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809E2AC4-E993-43AA-845D-AB06CC9D7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4695" y="4313922"/>
            <a:ext cx="128334" cy="12833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E83472C9-FFAB-4AC1-BAC2-9CA930D0C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3599" y="4180931"/>
            <a:ext cx="51525" cy="51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975A3FD1-B1C1-4A2A-B5A0-F4F359ECD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1240" y="3419207"/>
            <a:ext cx="32990" cy="329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A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CC2BF465-8598-4AAF-BEEC-27F6DCFEB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2202" y="4171043"/>
            <a:ext cx="93207" cy="9320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F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249A81EE-C746-4468-889D-D8167CA73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1888" y="4402477"/>
            <a:ext cx="70499" cy="7049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C7C7D78B-74D4-467D-AD0C-FF19AC328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880" y="3969128"/>
            <a:ext cx="135249" cy="13524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2B8D7E8B-3D35-40A4-B703-0EAEEC362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8483" y="4313223"/>
            <a:ext cx="75951" cy="7595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3C5C34CA-6771-497D-A38A-64ACB66FE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10" y="3810797"/>
            <a:ext cx="37789" cy="377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38EC27AF-DA77-4F21-8F5D-011D63213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2054" y="4004021"/>
            <a:ext cx="50901" cy="5090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3E49E99A-5368-49BC-95F2-4779A1827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1215" y="4020276"/>
            <a:ext cx="57482" cy="5748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F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CE36F56C-2568-4DA3-AFBD-66D8D04E3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181" y="3927891"/>
            <a:ext cx="118044" cy="1180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5435BFCB-8EC3-48E1-8C9F-4B4C02625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6412" y="4302845"/>
            <a:ext cx="48509" cy="4850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264110A5-D3F8-42C8-AA2A-35AAC985D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3442" y="3811132"/>
            <a:ext cx="54422" cy="5442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B217793B-5983-48D8-94F6-1C63D4574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3793" y="3940950"/>
            <a:ext cx="70916" cy="7091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865E2007-5C6C-434E-824A-E6EA3BA13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7669" y="4315697"/>
            <a:ext cx="117641" cy="11764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F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EE5257FD-F393-43C7-9B3F-9E1552281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3217" y="4037010"/>
            <a:ext cx="120267" cy="12026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91076D70-9979-4C20-83BD-9D1FC0BF6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8080" y="4004550"/>
            <a:ext cx="79008" cy="790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D6649077-D096-47CE-AC0D-F541C8B15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2475" y="4030501"/>
            <a:ext cx="121618" cy="1216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43060413-4C51-4A94-9B28-035B97565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972" y="4183006"/>
            <a:ext cx="121187" cy="12118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C795007B-8C0E-419F-9F3F-2DE54E7ED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676650"/>
            <a:ext cx="3810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625" b="1">
                <a:solidFill>
                  <a:srgbClr val="111111"/>
                </a:solidFill>
              </a:defRPr>
            </a:pPr>
            <a:r>
              <a:rPr sz="2625" b="1">
                <a:solidFill>
                  <a:srgbClr val="111111"/>
                </a:solidFill>
              </a:rPr>
              <a:t>NOISE   →   MEANING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03B3B81F-2DC7-4C20-941B-4E96535D6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934075"/>
            <a:ext cx="84772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DBDB8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1F19390A-5E77-4D49-B744-863978EAC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6057900"/>
            <a:ext cx="4019550" cy="257175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9E9E9"/>
          </a:solidFill>
          <a:ln xmlns:a="http://schemas.openxmlformats.org/drawingml/2006/main" w="9525">
            <a:solidFill>
              <a:srgbClr val="BDBDB8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2780C8F1-78C7-420E-98D8-1676BA34C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6057900"/>
            <a:ext cx="990600" cy="257175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643802DE-248F-4B4E-AAF6-03783E387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6105525"/>
            <a:ext cx="1809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111111"/>
                </a:solidFill>
              </a:defRPr>
            </a:pPr>
            <a:r>
              <a:rPr sz="675" b="0">
                <a:solidFill>
                  <a:srgbClr val="111111"/>
                </a:solidFill>
              </a:rPr>
              <a:t>Home       Portfolio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40149B11-38D6-495A-9AB3-24807CDF4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6105525"/>
            <a:ext cx="990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</a:defRPr>
            </a:pPr>
            <a:r>
              <a:rPr sz="675" b="1">
                <a:solidFill>
                  <a:srgbClr val="FFFFFF"/>
                </a:solidFill>
              </a:rPr>
              <a:t>About Me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740F4B04-29A8-4B52-A3D5-3FCA59F5B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6105525"/>
            <a:ext cx="781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111111"/>
                </a:solidFill>
              </a:defRPr>
            </a:pPr>
            <a:r>
              <a:rPr sz="675" b="0">
                <a:solidFill>
                  <a:srgbClr val="111111"/>
                </a:solidFill>
              </a:rPr>
              <a:t>Contact</a:t>
            </a:r>
          </a:p>
        </p:txBody>
      </p:sp>
    </p:spTree>
    <p:extLst>
      <p:ext uri="{BB962C8B-B14F-4D97-AF65-F5344CB8AC3E}">
        <p14:creationId xmlns:p14="http://schemas.microsoft.com/office/powerpoint/2010/main" val="1303061161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E9E9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9469752-3D95-4B97-9F18-DEF5B2156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00050"/>
            <a:ext cx="8782050" cy="6057900"/>
          </a:xfrm>
          <a:prstGeom xmlns:a="http://schemas.openxmlformats.org/drawingml/2006/main" prst="roundRect">
            <a:avLst>
              <a:gd name="adj" fmla="val 2516"/>
            </a:avLst>
          </a:prstGeom>
          <a:solidFill xmlns:a="http://schemas.openxmlformats.org/drawingml/2006/main">
            <a:srgbClr val="E9E9E9"/>
          </a:solidFill>
          <a:ln xmlns:a="http://schemas.openxmlformats.org/drawingml/2006/main" w="9525">
            <a:solidFill>
              <a:srgbClr val="BDBDB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C2D75B-AFEC-4DD1-978D-E5AC55EFD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66750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77772"/>
                </a:solidFill>
              </a:defRPr>
            </a:pPr>
            <a:r>
              <a:rPr sz="825" b="1">
                <a:solidFill>
                  <a:srgbClr val="777772"/>
                </a:solidFill>
              </a:rPr>
              <a:t>ABOUT ME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00D8A6-5D91-4B1E-A8FA-1A0A91BD5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45720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7A64"/>
                </a:solidFill>
              </a:defRPr>
            </a:pPr>
            <a:r>
              <a:rPr sz="900" b="1">
                <a:solidFill>
                  <a:srgbClr val="007A64"/>
                </a:solidFill>
              </a:rPr>
              <a:t>INTERCUT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3D5966-FA41-48D1-AB83-611C70965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7810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06 / 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3B79A7-9FD8-4062-8D5C-E09C0C7BF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1333500"/>
            <a:ext cx="23622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Scale and structure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31F0B5-3ACD-4CEE-B613-1D1C58904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400300"/>
            <a:ext cx="23622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77772"/>
                </a:solidFill>
              </a:defRPr>
            </a:pPr>
            <a:r>
              <a:rPr sz="1125" b="0">
                <a:solidFill>
                  <a:srgbClr val="777772"/>
                </a:solidFill>
              </a:rPr>
              <a:t>The text stays readable while a grid grows underneath it.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1D6BAD-8CB2-4F8E-BF6F-CEB3E0ADB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60007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7A64"/>
                </a:solidFill>
              </a:defRPr>
            </a:pPr>
            <a:r>
              <a:rPr sz="825" b="1">
                <a:solidFill>
                  <a:srgbClr val="007A64"/>
                </a:solidFill>
              </a:rPr>
              <a:t>SCROLL ↓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799F08-5DFC-45FF-BFFC-64EEEFCD8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085850"/>
            <a:ext cx="7334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1111"/>
                </a:solidFill>
              </a:defRPr>
            </a:pPr>
            <a:r>
              <a:rPr sz="2175" b="1">
                <a:solidFill>
                  <a:srgbClr val="111111"/>
                </a:solidFill>
              </a:rPr>
              <a:t>That led me into products and services, where the same principle has to work at a larger scale.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53B547-41FE-4763-AB29-97F985107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52650"/>
            <a:ext cx="1909763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968C7"/>
                </a:solidFill>
              </a:defRPr>
            </a:pPr>
            <a:r>
              <a:rPr sz="1500" b="1">
                <a:solidFill>
                  <a:srgbClr val="0968C7"/>
                </a:solidFill>
              </a:rPr>
              <a:t>USERS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1B3FA2-38FA-4849-B8C5-3F2F0C0EC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5113" y="2152650"/>
            <a:ext cx="1909763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07A64"/>
                </a:solidFill>
              </a:defRPr>
            </a:pPr>
            <a:r>
              <a:rPr sz="1500" b="1">
                <a:solidFill>
                  <a:srgbClr val="007A64"/>
                </a:solidFill>
              </a:rPr>
              <a:t>SYSTEMS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8BD87C-8EA3-4796-B7D7-4591A0B13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152650"/>
            <a:ext cx="1909763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59A00"/>
                </a:solidFill>
              </a:defRPr>
            </a:pPr>
            <a:r>
              <a:rPr sz="1500" b="1">
                <a:solidFill>
                  <a:srgbClr val="F59A00"/>
                </a:solidFill>
              </a:rPr>
              <a:t>CONSTRAINTS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72B479-BCB8-42CC-B4D5-5BE5D33EB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4638" y="2152650"/>
            <a:ext cx="1909763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C9F000"/>
                </a:solidFill>
              </a:defRPr>
            </a:pPr>
            <a:r>
              <a:rPr sz="1500" b="1">
                <a:solidFill>
                  <a:srgbClr val="C9F000"/>
                </a:solidFill>
              </a:rPr>
              <a:t>DECISIONS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1B8627-87CA-41A3-B6FE-1FD526D22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0483" y="2252663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A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B7BDA1-7487-4D47-B523-772719E01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0498" y="2252663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6B198C-6040-421E-A7BB-DC29AC857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0513" y="2252663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80E909-F98C-4EDF-B44B-3ABA1C9DB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0528" y="2252663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B45616C-5B0A-431A-9E32-AA7D8A839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0543" y="2252663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FEE6A74-26B9-453F-9195-578CE4EF5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0558" y="2252663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4A5227C-9940-4564-A008-BED7C8208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0573" y="2252663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0CC1438-87FB-44A7-8596-15C26F6AB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0588" y="2252663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6E1D167-3422-435B-8FC0-83E307320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0603" y="2252663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1FA6718-81A3-4E07-9C38-7ABD5D61A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0618" y="2252663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49CCDF1-40C9-496F-8CEC-0D46DF285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0633" y="2252663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EA82721-6F92-451F-BDD3-3F7539CD9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0648" y="2252663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096AFD4-C7D2-410A-952C-7AE4A91AE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0663" y="2252663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A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D017D61-B6A6-4DC6-96F9-C167E8F5D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0678" y="2252663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46F5901-1F0E-434B-8BA4-9A61A1505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0693" y="2252663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199D950-62AF-4E40-A28F-A5C36D048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5065" y="2441856"/>
            <a:ext cx="41275" cy="412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A1F8C87-CA00-4F58-9047-9F4FC66A2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2090" y="2441856"/>
            <a:ext cx="41275" cy="412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9100EDF-5832-4B83-AFB5-5BBC8C793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9114" y="2441856"/>
            <a:ext cx="41275" cy="412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09DDDDE-532C-4F4E-9A55-AF6CEF4ED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6139" y="2441856"/>
            <a:ext cx="41275" cy="412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05E6816-8EE6-44FC-9F00-7A94E86AF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3164" y="2441856"/>
            <a:ext cx="41275" cy="412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949825A-B5D5-461A-9E5A-1BAA2A19F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0188" y="2441856"/>
            <a:ext cx="41275" cy="412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3303CC6-CDB5-49FF-9AD3-A0B9BCFE1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7213" y="2441856"/>
            <a:ext cx="41275" cy="412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C376389-CB88-4A94-8A3F-1DC36B9CE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4238" y="2441856"/>
            <a:ext cx="41275" cy="412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7584C13-9973-4BF6-B2BB-F5A271DDE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1262" y="2441856"/>
            <a:ext cx="41275" cy="412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2081FBD-1A69-4AC6-9549-8283537B7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8287" y="2441856"/>
            <a:ext cx="41275" cy="412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20991EA-8B95-4EBC-A654-280F16894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5311" y="2441856"/>
            <a:ext cx="41275" cy="412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8352684-6563-4101-88B8-C701E1804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2336" y="2441856"/>
            <a:ext cx="41275" cy="412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A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10D4E71-0BF8-4ADF-999A-D610E89B4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9361" y="2441856"/>
            <a:ext cx="41275" cy="412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9D0841A-0772-48D1-86B4-8F21B46B9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385" y="2441856"/>
            <a:ext cx="41275" cy="412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482DFC0-7399-447A-ABE8-7D9D26387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3410" y="2441856"/>
            <a:ext cx="41275" cy="412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A37EC4E-EB56-4360-8940-92E06815A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9648" y="2812549"/>
            <a:ext cx="53975" cy="539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67F71DA-F102-44C2-8AF4-F09C55CB0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3682" y="2812549"/>
            <a:ext cx="53975" cy="539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64966E5-12F8-4D9F-BFA6-2ED8B52FD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7716" y="2812549"/>
            <a:ext cx="53975" cy="539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C7B802C-47F3-4FDA-9969-BEC617C51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1751" y="2812549"/>
            <a:ext cx="53975" cy="539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7EBDA10-A699-4B59-A901-A2D4B65C0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5785" y="2812549"/>
            <a:ext cx="53975" cy="539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40153C6-8749-4B1F-85E0-3F2BAC3DD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9819" y="2812549"/>
            <a:ext cx="53975" cy="539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7B4C321-4918-4756-9527-623664816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853" y="2812549"/>
            <a:ext cx="53975" cy="539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DD40651-2C5E-4004-9053-0539FCB8E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7888" y="2812549"/>
            <a:ext cx="53975" cy="539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B12C78C-6737-424D-88E1-B28B65F60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1922" y="2812549"/>
            <a:ext cx="53975" cy="539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AF6DE33D-AE15-4C27-A755-72F2FC1BD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5956" y="2812549"/>
            <a:ext cx="53975" cy="539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0925D6BB-A3B4-4383-AE40-B1AF5D1A1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9990" y="2812549"/>
            <a:ext cx="53975" cy="539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A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75B3ADCC-9ADD-4C0E-A821-FF1DFECF8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4024" y="2812549"/>
            <a:ext cx="53975" cy="539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7AC1831F-1E28-4B2D-B0A2-70631E71A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8059" y="2812549"/>
            <a:ext cx="53975" cy="539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E5BF7245-1C45-4520-ADDD-78028A30B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2093" y="2812549"/>
            <a:ext cx="53975" cy="539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6F1EC577-5CC5-4D85-AB3E-19B7A3A24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6127" y="2812549"/>
            <a:ext cx="53975" cy="539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42B949DC-73F6-4FF4-9404-4EF7D5D8E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4230" y="3307064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E61B1BFD-EAFA-407F-963B-A98CAED33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5274" y="3307064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4132E7A7-B922-4BDF-BEE5-12E12C50F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6318" y="3307064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F9C077F5-FFF8-4D1F-BB85-AE5DE734D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7362" y="3307064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C0CDF789-894F-4FB5-8E8F-EBC28A074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8406" y="3307064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1E709F09-406C-49EC-96B1-3626C7973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9450" y="3307064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3056D1FC-0F9A-47D9-BAF0-F1CD505FB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0494" y="3307064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8369DDDD-FF31-4A53-AB07-F10499B6D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1538" y="3307064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7CB24041-532D-483F-B768-CB2680AEF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2581" y="3307064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E6B5DFC4-2DA0-48C5-B636-CFB8E1D81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3625" y="3307064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A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018BB921-8DCA-4524-9B8E-EF1DCB401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669" y="3307064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19CA15B1-83EC-4F0D-812A-4900BCE66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5713" y="3307064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A857214E-7F80-4134-80D8-D21FD1D3B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6757" y="3307064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5EF3FCFF-1040-418B-9FEA-672F0F1F4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7801" y="3307064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4C9B8DBD-A135-4AB8-8C86-8C9714FDD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8845" y="3307064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9C9F3700-186D-4960-A404-8691BDE3E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8813" y="3903893"/>
            <a:ext cx="79375" cy="793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F91F639B-2CE9-4756-9B94-0A57FE5C5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6866" y="3903893"/>
            <a:ext cx="79375" cy="793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ADBA89E3-7FD8-423C-9225-96853F638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4920" y="3903893"/>
            <a:ext cx="79375" cy="793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6E851CAD-E70B-4FE8-A38F-D05EC7814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974" y="3903893"/>
            <a:ext cx="79375" cy="793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EB11B6E6-6E7B-48CB-AD88-218B899CF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1027" y="3903893"/>
            <a:ext cx="79375" cy="793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AF6EC4B5-C39F-470A-88A8-B52FB0EC4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081" y="3903893"/>
            <a:ext cx="79375" cy="793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20EDC73B-BDDD-4777-81F1-3D6EBE43C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7134" y="3903893"/>
            <a:ext cx="79375" cy="793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52E5AB6F-6915-4B2A-9ADF-4566EFF7A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5188" y="3903893"/>
            <a:ext cx="79375" cy="793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69681F5C-C458-4C11-8618-615526B1A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3241" y="3903893"/>
            <a:ext cx="79375" cy="793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A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BB780A6C-63CD-4645-ACA1-16805AF9E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1295" y="3903893"/>
            <a:ext cx="79375" cy="793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243DEDF4-79E0-46EF-8AC4-69A9794F8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9348" y="3903893"/>
            <a:ext cx="79375" cy="793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3AE75338-FC04-480C-9F62-BC43477F8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7402" y="3903893"/>
            <a:ext cx="79375" cy="793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D24435CC-7299-4767-8212-0E806998A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5455" y="3903893"/>
            <a:ext cx="79375" cy="793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742F7203-0EE4-46FA-9256-A071CAB90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3509" y="3903893"/>
            <a:ext cx="79375" cy="793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046D98C1-2544-4203-8DC2-BBEB5C97E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1562" y="3903893"/>
            <a:ext cx="79375" cy="793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E99F335E-100F-493B-A8B9-6A61BCC61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396" y="4590365"/>
            <a:ext cx="92075" cy="920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B0E703C5-3563-440D-BCD3-897DEABD6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459" y="4590365"/>
            <a:ext cx="92075" cy="920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B76899A4-828F-442A-BF97-99B92623E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522" y="4590365"/>
            <a:ext cx="92075" cy="920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DFE66603-656E-4EEF-B7A1-31815C5F9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8585" y="4590365"/>
            <a:ext cx="92075" cy="920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1AACEB74-059C-4E21-BBCC-AD812C16C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3648" y="4590365"/>
            <a:ext cx="92075" cy="920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75E35C94-2A82-4C5C-8B96-9DDE9B527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8711" y="4590365"/>
            <a:ext cx="92075" cy="920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70505E59-F4EC-4379-A5A9-D8BADAA26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3774" y="4590365"/>
            <a:ext cx="92075" cy="920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1112192B-CFFD-47B8-AE98-EC6476703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8838" y="4590365"/>
            <a:ext cx="92075" cy="920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A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11B1F29C-AF7E-4241-A5EC-FCAC1BC9E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3901" y="4590365"/>
            <a:ext cx="92075" cy="920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E9108C3A-4876-4DB9-A337-639940B8F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8964" y="4590365"/>
            <a:ext cx="92075" cy="920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CED1A049-7448-4F65-9D77-89C4EF098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4027" y="4590365"/>
            <a:ext cx="92075" cy="920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C213F9BB-9B8E-4E31-8E77-107093D23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9090" y="4590365"/>
            <a:ext cx="92075" cy="920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4D12DEB9-F7E7-4A0D-8BDC-B21751058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4153" y="4590365"/>
            <a:ext cx="92075" cy="920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63DFF1A1-7FAD-41C3-8F4C-34DA1AB0F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9216" y="4590365"/>
            <a:ext cx="92075" cy="920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746137FB-E0B2-4D01-AB70-630132612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4279" y="4590365"/>
            <a:ext cx="92075" cy="920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D4E8EB22-CD47-4B49-8990-9F084A6A1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978" y="5357813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1F7B4DFA-0940-46B9-9A85-BDA7D38F7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0051" y="5357813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4944191F-2C1A-4960-98DA-48D0B7F34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124" y="5357813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0CC467AF-54CD-4FA1-82B6-568F493C7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4197" y="5357813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82A476F4-A76C-445A-9C80-FDC60943D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6269" y="5357813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D2765734-7718-485E-8F06-12E7CB345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8342" y="5357813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A7985C70-2F0B-4A37-B60B-0F61E6A69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0415" y="5357813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A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0DAF6950-06CB-48FB-93C3-85DE94E29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2488" y="5357813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905B20F3-0732-4A5E-A609-D37176B9A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4560" y="5357813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188E4E2A-F1AD-49C1-83B9-484DAE755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6633" y="5357813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2676C18F-B609-4531-8329-138D6D2CA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8706" y="5357813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6EA233E7-8E3B-4869-954F-5C769CB24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0778" y="5357813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224F53A8-48AC-4E7F-A1B6-6C2C65F0E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851" y="5357813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695F9F2D-CAF9-41FF-B15B-C48D5D078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4924" y="5357813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E8A9130D-0C14-4DD2-AE16-8E266514C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6997" y="5357813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0F62BDC4-FDA0-451A-B839-909CA648E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934075"/>
            <a:ext cx="84772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DBDB8"/>
            </a:solidFill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F966AE4E-CC40-4C0F-8191-CBA4E605B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6057900"/>
            <a:ext cx="4019550" cy="257175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9E9E9"/>
          </a:solidFill>
          <a:ln xmlns:a="http://schemas.openxmlformats.org/drawingml/2006/main" w="9525">
            <a:solidFill>
              <a:srgbClr val="BDBDB8"/>
            </a:solidFill>
            <a:prstDash val="solid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31688C89-8722-47CC-A644-B7EE8AE6A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6057900"/>
            <a:ext cx="990600" cy="257175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42705512-BACB-48F9-AE3A-32F5D374C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6105525"/>
            <a:ext cx="1809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111111"/>
                </a:solidFill>
              </a:defRPr>
            </a:pPr>
            <a:r>
              <a:rPr sz="675" b="0">
                <a:solidFill>
                  <a:srgbClr val="111111"/>
                </a:solidFill>
              </a:rPr>
              <a:t>Home       Portfolio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FB84CB29-6453-4927-84D9-A94B51728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6105525"/>
            <a:ext cx="990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</a:defRPr>
            </a:pPr>
            <a:r>
              <a:rPr sz="675" b="1">
                <a:solidFill>
                  <a:srgbClr val="FFFFFF"/>
                </a:solidFill>
              </a:rPr>
              <a:t>About Me</a:t>
            </a: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234F22BC-9399-4EBB-AF29-92B0CE3E5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6105525"/>
            <a:ext cx="781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111111"/>
                </a:solidFill>
              </a:defRPr>
            </a:pPr>
            <a:r>
              <a:rPr sz="675" b="0">
                <a:solidFill>
                  <a:srgbClr val="111111"/>
                </a:solidFill>
              </a:rPr>
              <a:t>Contact</a:t>
            </a:r>
          </a:p>
        </p:txBody>
      </p:sp>
    </p:spTree>
    <p:extLst>
      <p:ext uri="{BB962C8B-B14F-4D97-AF65-F5344CB8AC3E}">
        <p14:creationId xmlns:p14="http://schemas.microsoft.com/office/powerpoint/2010/main" val="419789752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E9E9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F56F4E4-18B3-4137-BF6C-D8D02F6F3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00050"/>
            <a:ext cx="8782050" cy="6057900"/>
          </a:xfrm>
          <a:prstGeom xmlns:a="http://schemas.openxmlformats.org/drawingml/2006/main" prst="roundRect">
            <a:avLst>
              <a:gd name="adj" fmla="val 2516"/>
            </a:avLst>
          </a:prstGeom>
          <a:solidFill xmlns:a="http://schemas.openxmlformats.org/drawingml/2006/main">
            <a:srgbClr val="E9E9E9"/>
          </a:solidFill>
          <a:ln xmlns:a="http://schemas.openxmlformats.org/drawingml/2006/main" w="9525">
            <a:solidFill>
              <a:srgbClr val="BDBDB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4A164C-7114-4240-B1E8-E5FBD81F7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66750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77772"/>
                </a:solidFill>
              </a:defRPr>
            </a:pPr>
            <a:r>
              <a:rPr sz="825" b="1">
                <a:solidFill>
                  <a:srgbClr val="777772"/>
                </a:solidFill>
              </a:rPr>
              <a:t>ABOUT ME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4C368D-B037-4D99-A70C-6870DD3F4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45720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7A64"/>
                </a:solidFill>
              </a:defRPr>
            </a:pPr>
            <a:r>
              <a:rPr sz="900" b="1">
                <a:solidFill>
                  <a:srgbClr val="007A64"/>
                </a:solidFill>
              </a:rPr>
              <a:t>INTERCUT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5DE06C-ED5F-4DA3-83EA-091DD9D53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7810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07 / 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987D8D-A60F-48EA-8C7E-85DDA80F4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1333500"/>
            <a:ext cx="23622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Embedded heartbeat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550C62-AFED-4EDF-A2B4-D901F0232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400300"/>
            <a:ext cx="23622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77772"/>
                </a:solidFill>
              </a:defRPr>
            </a:pPr>
            <a:r>
              <a:rPr sz="1125" b="0">
                <a:solidFill>
                  <a:srgbClr val="777772"/>
                </a:solidFill>
              </a:rPr>
              <a:t>The conceptual turn stays in prose; the pulse appears as an illustration inside it.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030F7C-7512-41C9-87BE-081AF07DD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60007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7A64"/>
                </a:solidFill>
              </a:defRPr>
            </a:pPr>
            <a:r>
              <a:rPr sz="825" b="1">
                <a:solidFill>
                  <a:srgbClr val="007A64"/>
                </a:solidFill>
              </a:rPr>
              <a:t>SCROLL ↓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01AB41-A0A6-4A6A-82BC-DDFD38665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104900"/>
            <a:ext cx="7429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STRUCTURE IS ONLY THE BEGINNING.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30EE95-C778-4DD5-96CC-1EC93F430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828800"/>
            <a:ext cx="7429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111"/>
                </a:solidFill>
              </a:defRPr>
            </a:pPr>
            <a:r>
              <a:rPr sz="1800" b="0">
                <a:solidFill>
                  <a:srgbClr val="111111"/>
                </a:solidFill>
              </a:rPr>
              <a:t>A perfect grid can still feel lifeless. Prototypes let me test what brings it back.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C1BFFA-54DF-4AAF-BA29-CDD3309B8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00350"/>
            <a:ext cx="74295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4F4F1"/>
          </a:solidFill>
          <a:ln xmlns:a="http://schemas.openxmlformats.org/drawingml/2006/main" w="9525">
            <a:solidFill>
              <a:srgbClr val="BDBDB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71F05E-319B-42BD-AA23-0705DC345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1453" y="3412808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A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44F070-7684-48EB-8B90-10C0E8409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941" y="3412808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ABC9018-21B6-4752-B4BD-9B763FAE1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0429" y="3412808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BE0ACD-B91C-4CE9-BD29-94DE16F81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0736" y="3408627"/>
            <a:ext cx="36937" cy="3693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FFB3247-3007-485F-AD84-DF0DD3FC3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3952" y="3387355"/>
            <a:ext cx="79480" cy="794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68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F2C595E-2014-4831-B58C-8D4514CF1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2899" y="3381814"/>
            <a:ext cx="90562" cy="9056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A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871CFE0-97E2-411A-8BE9-20B58C764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4093" y="339852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FDF36C2-2864-45D3-AE08-01AA04823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9022" y="3408961"/>
            <a:ext cx="36269" cy="3626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EED5657-0FEF-418A-85B3-A862FA585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3510" y="3408961"/>
            <a:ext cx="36269" cy="3626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83BEA56-21EC-4454-804E-E5D8CEE52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7557" y="339852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6B28CE4-ABE0-4BDF-AD30-171A4AFE0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5339" y="3381814"/>
            <a:ext cx="90562" cy="9056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68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1E66071-F063-4794-AB3A-794846C8A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5368" y="3387355"/>
            <a:ext cx="79480" cy="794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A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BF8E664-4C68-484B-8318-40BE9B0D4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1128" y="3408627"/>
            <a:ext cx="36937" cy="3693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A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3A9671B-A1CB-48ED-8B6C-15AE0A630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9797" y="3412808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BD74F44-B004-4071-892C-F368207EF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4285" y="3412808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AB1323C-A7B8-4729-BD16-359E28ED2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8773" y="3412808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8BA0D7F-B6FC-4868-ACA3-9CACE5410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9842" y="3513261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F3DFB6D-5EF6-438D-86D4-1365FBDC0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275" y="3513261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6F36B6F-77A8-4461-B5DD-BF0303C9C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0708" y="3513261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E0B24DE-8FBE-43B5-B46A-8777C7E80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4467" y="3501587"/>
            <a:ext cx="70972" cy="709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E9A8611-CDBB-44E9-ADDD-2C5D215F6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6808" y="3478496"/>
            <a:ext cx="117155" cy="1171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A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D759DA6-E80F-42CA-83E6-A4040F322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8132" y="3494387"/>
            <a:ext cx="85372" cy="853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73B438D-BE3F-45C5-9BB9-07364545B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2438" y="3513261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209F48C-69BF-444E-B79D-39FD8B550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7871" y="3513261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DF31161-73AA-4906-83D1-688B9BB6E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3304" y="3513261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515DAD5-E16B-42A8-9816-C1B47F1A1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8737" y="3513261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7DA27AD-9E04-4982-AD85-D912D694A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5296" y="3494387"/>
            <a:ext cx="85372" cy="853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A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567B86A-439A-4CC2-91C1-0B7F98390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837" y="3478496"/>
            <a:ext cx="117155" cy="1171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3DF7F9B-B901-4DCA-8CF8-8D6D7FE1F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3361" y="3501587"/>
            <a:ext cx="70972" cy="709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DB65007-6FD2-424A-8B15-1DA7E1009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0467" y="3513261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CE31DDE-499D-4AB2-9C27-B43A588EE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900" y="3513261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9AA5F93-C385-4AFF-BB23-325C53C46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1333" y="3513261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FF2126C-62EB-410A-BE0D-11B3F2029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8232" y="3715793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BE822A7-0C4E-4E4F-9169-356F79D4D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4609" y="3715793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CE22C97-C0ED-4B1C-B57C-766315525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0987" y="3715793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CBF6E8E-C9C7-44F2-8CDE-F8115EBB4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3077" y="370150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48D5043-E81F-4AF5-9D49-3A265C9A1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5642" y="3677693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F3D962C-1D33-4BA0-B508-F52FF8F15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5832" y="370150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9425F21-8D39-4076-8E33-18FF9E3A1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496" y="3715793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9420D6C-7512-44AC-A2F7-65546BFFD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874" y="3715793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EA3FCCD-AD3B-49DF-A098-E22AA276E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251" y="3715793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E99B4921-A4F2-4572-9331-DED2C51AC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629" y="3715793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A5FEA7C8-F499-47F1-A437-D8040F588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7719" y="370150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A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820DE4D1-75BB-401B-BB6E-CB9FD8B05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0283" y="3677693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68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44570FBC-688C-4841-A6A1-553244F66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0473" y="370150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69E820C8-F995-4C57-934F-6A80690E1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1138" y="3715793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B7B356C0-8A7E-436A-A7E9-868293C99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7516" y="3715793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7807298D-8171-4597-955B-3A55BC7B8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3893" y="3715793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D8746D39-CF7B-4C9F-B331-E0640E21D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6622" y="3987966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9720B051-C186-4E0C-B274-DC0D11366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3944" y="3987966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E4390DEC-96C1-41D5-9B40-41BC8B8B3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1266" y="3987966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0A952413-FBBA-4ED1-A8C1-852E0721E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6915" y="3976292"/>
            <a:ext cx="109072" cy="1090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A32B52B0-6EFF-43A0-AC27-725AFF468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1145" y="3953201"/>
            <a:ext cx="155255" cy="1552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68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F40F5A25-C7D8-40AA-ACDB-C17AFB662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4359" y="3969092"/>
            <a:ext cx="123472" cy="123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A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6A2AC8C3-73D1-4A5F-8615-01AA3600B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0554" y="3987966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877D4962-2477-421E-A316-ED3E9266A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7876" y="3987966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7A4E7C09-9C1A-448A-B386-5263DB000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5199" y="3987966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B497CF85-3F53-4B94-8327-9F7C3CA2C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2521" y="3987966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A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449536CE-AE6A-4F6F-BF76-4AD8E2E65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0969" y="3969092"/>
            <a:ext cx="123472" cy="123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68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07E5F082-4CF4-45C5-AB40-9F42E2726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2400" y="3953201"/>
            <a:ext cx="155255" cy="1552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A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3337C780-98BB-4E04-AD94-F543B78B3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2813" y="3976292"/>
            <a:ext cx="109072" cy="1090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DF79A1A9-6DEC-4F84-8E0C-9C680C8B9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1809" y="3987966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0C4A2EF5-8D00-4533-989C-6566B3A67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9131" y="3987966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9FF111F0-A660-4626-9985-F70C2B824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6453" y="3987966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B99A13B6-03C8-4FAE-ABE9-9B7F3F11E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5012" y="4317683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D27A3FAB-E120-4D8F-9156-20CD7DDAA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278" y="4317683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DCF6A55D-04A3-4457-8679-53F5E984E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1545" y="4317683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543EDF60-847C-493C-8247-0010B06F6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5631" y="4313502"/>
            <a:ext cx="113137" cy="11313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92A8488C-3D1A-4550-A6B5-EC2584935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2626" y="4292230"/>
            <a:ext cx="155680" cy="1556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A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B3E58FCF-FE86-4E18-81F7-654668141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352" y="4286689"/>
            <a:ext cx="166762" cy="16676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DF9AA32F-DEF2-4B46-B196-D74D7869E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0325" y="430339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8404F061-CA56-4A93-AA57-11719570C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9032" y="4313836"/>
            <a:ext cx="112469" cy="11246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CAD13593-BB9A-4203-AF70-DEB75D8E4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7299" y="4313836"/>
            <a:ext cx="112469" cy="11246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A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0BA781E5-A73E-4158-B08F-169718C8E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5125" y="430339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89B1FF25-8279-4291-86C8-96F1D144A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6686" y="4286689"/>
            <a:ext cx="166762" cy="16676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A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2E20A41A-9CD5-4338-8641-58747A446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0494" y="4292230"/>
            <a:ext cx="155680" cy="1556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AD48030D-62BC-49CF-8FB5-D1D1D1F30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0032" y="4313502"/>
            <a:ext cx="113137" cy="11313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E42F81F2-FF9D-4BAE-941C-F6143EEB9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2480" y="4317683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9DDBC0B0-EB88-41D1-9B0D-8563561B3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0747" y="4317683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D9264CD6-742E-4365-8948-A1821C5AC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9013" y="4317683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1AB61071-7C85-4138-849D-B695E3106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934075"/>
            <a:ext cx="84772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DBDB8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555C35D3-C8AC-4CA2-9687-B07D9D9E9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6057900"/>
            <a:ext cx="4019550" cy="257175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9E9E9"/>
          </a:solidFill>
          <a:ln xmlns:a="http://schemas.openxmlformats.org/drawingml/2006/main" w="9525">
            <a:solidFill>
              <a:srgbClr val="BDBDB8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720A1E6E-6AAB-4957-B9C1-BA0F7C0FF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6057900"/>
            <a:ext cx="990600" cy="257175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FCBFB5D9-C5D0-4BE4-81D9-AEE196E21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6105525"/>
            <a:ext cx="1809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111111"/>
                </a:solidFill>
              </a:defRPr>
            </a:pPr>
            <a:r>
              <a:rPr sz="675" b="0">
                <a:solidFill>
                  <a:srgbClr val="111111"/>
                </a:solidFill>
              </a:rPr>
              <a:t>Home       Portfolio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CC21E561-63DF-480E-8E82-6BA7D72E9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6105525"/>
            <a:ext cx="990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</a:defRPr>
            </a:pPr>
            <a:r>
              <a:rPr sz="675" b="1">
                <a:solidFill>
                  <a:srgbClr val="FFFFFF"/>
                </a:solidFill>
              </a:rPr>
              <a:t>About Me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C8C1E176-8DD4-4B27-B60D-DC445BD0A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6105525"/>
            <a:ext cx="781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111111"/>
                </a:solidFill>
              </a:defRPr>
            </a:pPr>
            <a:r>
              <a:rPr sz="675" b="0">
                <a:solidFill>
                  <a:srgbClr val="111111"/>
                </a:solidFill>
              </a:rPr>
              <a:t>Contact</a:t>
            </a:r>
          </a:p>
        </p:txBody>
      </p:sp>
    </p:spTree>
    <p:extLst>
      <p:ext uri="{BB962C8B-B14F-4D97-AF65-F5344CB8AC3E}">
        <p14:creationId xmlns:p14="http://schemas.microsoft.com/office/powerpoint/2010/main" val="322251151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E9E9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D52E934-5838-4CA8-9AE9-F6024D90C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00050"/>
            <a:ext cx="8782050" cy="6057900"/>
          </a:xfrm>
          <a:prstGeom xmlns:a="http://schemas.openxmlformats.org/drawingml/2006/main" prst="roundRect">
            <a:avLst>
              <a:gd name="adj" fmla="val 2516"/>
            </a:avLst>
          </a:prstGeom>
          <a:solidFill xmlns:a="http://schemas.openxmlformats.org/drawingml/2006/main">
            <a:srgbClr val="E9E9E9"/>
          </a:solidFill>
          <a:ln xmlns:a="http://schemas.openxmlformats.org/drawingml/2006/main" w="9525">
            <a:solidFill>
              <a:srgbClr val="BDBDB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92AD41-BDAB-4D64-A7AB-82228F0E1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66750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77772"/>
                </a:solidFill>
              </a:defRPr>
            </a:pPr>
            <a:r>
              <a:rPr sz="825" b="1">
                <a:solidFill>
                  <a:srgbClr val="777772"/>
                </a:solidFill>
              </a:rPr>
              <a:t>ABOUT ME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2EB334-78B4-49EB-A753-A6210DA8E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45720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7A64"/>
                </a:solidFill>
              </a:defRPr>
            </a:pPr>
            <a:r>
              <a:rPr sz="900" b="1">
                <a:solidFill>
                  <a:srgbClr val="007A64"/>
                </a:solidFill>
              </a:rPr>
              <a:t>INTERCUT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F96D88-2AD8-4644-AB77-4E7C4FA48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7810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08 / 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77AA66-C8BE-4211-939A-689199FF4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1333500"/>
            <a:ext cx="23622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Editorial close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1D1681-FFBA-464B-8EED-D7642E15C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400300"/>
            <a:ext cx="23622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77772"/>
                </a:solidFill>
              </a:defRPr>
            </a:pPr>
            <a:r>
              <a:rPr sz="1125" b="0">
                <a:solidFill>
                  <a:srgbClr val="777772"/>
                </a:solidFill>
              </a:rPr>
              <a:t>Three salient words and one artefact resolve the story without another full traversal.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B1A90D-1295-42A2-AEC3-BE290A41C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60007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7A64"/>
                </a:solidFill>
              </a:defRPr>
            </a:pPr>
            <a:r>
              <a:rPr sz="825" b="1">
                <a:solidFill>
                  <a:srgbClr val="007A64"/>
                </a:solidFill>
              </a:rPr>
              <a:t>SCROLL ↓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88F0D1-45C4-4CE1-9028-9AD13A56F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047750"/>
            <a:ext cx="495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725" b="1">
                <a:solidFill>
                  <a:srgbClr val="0968C7"/>
                </a:solidFill>
              </a:defRPr>
            </a:pPr>
            <a:r>
              <a:rPr sz="4725" b="1">
                <a:solidFill>
                  <a:srgbClr val="0968C7"/>
                </a:solidFill>
              </a:rPr>
              <a:t>CLEAR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8CB100-6F01-4AF6-B66E-B0C7ACEEC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771650"/>
            <a:ext cx="619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725" b="1">
                <a:solidFill>
                  <a:srgbClr val="007A64"/>
                </a:solidFill>
              </a:defRPr>
            </a:pPr>
            <a:r>
              <a:rPr sz="4725" b="1">
                <a:solidFill>
                  <a:srgbClr val="007A64"/>
                </a:solidFill>
              </a:rPr>
              <a:t>STRUCTURED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3A5380-3A88-487F-992B-57F6638A6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495550"/>
            <a:ext cx="495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725" b="1">
                <a:solidFill>
                  <a:srgbClr val="F59A00"/>
                </a:solidFill>
              </a:defRPr>
            </a:pPr>
            <a:r>
              <a:rPr sz="4725" b="1">
                <a:solidFill>
                  <a:srgbClr val="F59A00"/>
                </a:solidFill>
              </a:rPr>
              <a:t>ALIVE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B94662-4472-47E7-AF57-DE453BC68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486150"/>
            <a:ext cx="5715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</a:defRPr>
            </a:pPr>
            <a:r>
              <a:rPr sz="1725" b="0">
                <a:solidFill>
                  <a:srgbClr val="111111"/>
                </a:solidFill>
              </a:rPr>
              <a:t>I want to keep making digital experiences with depth, clarity and a pulse—</a:t>
            </a:r>
          </a:p>
          <a:p xmlns:a="http://schemas.openxmlformats.org/drawingml/2006/main">
            <a:pPr algn="l">
              <a:defRPr sz="1725" b="0">
                <a:solidFill>
                  <a:srgbClr val="111111"/>
                </a:solidFill>
              </a:defRPr>
            </a:pPr>
            <a:r>
              <a:rPr sz="1725" b="0">
                <a:solidFill>
                  <a:srgbClr val="111111"/>
                </a:solidFill>
              </a:rPr>
              <a:t>and still leave room for curiosity.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E15F7E-4554-4AF8-BE71-E179E9720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40000">
            <a:off x="7181850" y="1714500"/>
            <a:ext cx="990600" cy="1428750"/>
          </a:xfrm>
          <a:prstGeom xmlns:a="http://schemas.openxmlformats.org/drawingml/2006/main" prst="roundRect">
            <a:avLst>
              <a:gd name="adj" fmla="val 192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DBDB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E90158-7BA1-4A5B-B4FC-E78CCEC61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844" y="1891481"/>
            <a:ext cx="65137" cy="6513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68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C925EA-0A9B-4386-BCEA-6F5E6987F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2014" y="1893177"/>
            <a:ext cx="61747" cy="6174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68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ECCE69-8651-4D11-9476-C69CDB423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7300" y="1902725"/>
            <a:ext cx="42650" cy="42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42DD340-78F7-4284-BBB1-E60D8C788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5456" y="2090024"/>
            <a:ext cx="71912" cy="7191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24018F5-3BB6-40DD-BD26-0D650DA1E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420" y="2097250"/>
            <a:ext cx="57460" cy="574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68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555E41F-ABF7-4A85-B1C8-042322783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2082" y="2095175"/>
            <a:ext cx="61611" cy="6161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A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784846D-520C-4326-A06A-6BEE77162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36" y="2294559"/>
            <a:ext cx="66702" cy="6670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F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00966DF-96F7-4DE2-A001-C33DF5EDA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4161" y="2492588"/>
            <a:ext cx="74503" cy="7450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F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227C3F1-5744-4B72-882F-5B9337032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7932" y="2500622"/>
            <a:ext cx="58436" cy="584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F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0C75A5F-254E-4697-8701-7A458590E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5464" y="2492417"/>
            <a:ext cx="74846" cy="7484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94ADD30-A147-428E-BFBB-86BE3CAF2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3522" y="2504737"/>
            <a:ext cx="50207" cy="5020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68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D6B00EB-4A73-4A1D-A6F0-6CFD151CA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6416" y="2702511"/>
            <a:ext cx="58519" cy="5851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F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3A90268-BCFD-482F-AA15-C5BDFB04B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5676" y="2696034"/>
            <a:ext cx="71473" cy="714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A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A02B09D-2917-43E5-9620-97608863F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4595" y="2912620"/>
            <a:ext cx="42160" cy="421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A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3135C34-9FA8-450E-B2C3-05720CD87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1399" y="2913686"/>
            <a:ext cx="40028" cy="400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A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A810D85-2345-47A3-9A48-857947DE5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1258" y="2897808"/>
            <a:ext cx="71784" cy="7178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A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2400B5D-43B1-454F-953E-745EAC0AF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10" y="2914585"/>
            <a:ext cx="38230" cy="3823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F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05B26E3-B760-41A4-AC68-25197FC2C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934075"/>
            <a:ext cx="84772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DBDB8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B2D3072-EF7F-4EEA-B4B2-B2777C650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6057900"/>
            <a:ext cx="4019550" cy="257175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9E9E9"/>
          </a:solidFill>
          <a:ln xmlns:a="http://schemas.openxmlformats.org/drawingml/2006/main" w="9525">
            <a:solidFill>
              <a:srgbClr val="BDBDB8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93F79E3-E259-4B47-BF6D-3D4E67CED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6057900"/>
            <a:ext cx="990600" cy="257175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BD80A2B-A322-439B-A53D-4BF86688D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6105525"/>
            <a:ext cx="1809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111111"/>
                </a:solidFill>
              </a:defRPr>
            </a:pPr>
            <a:r>
              <a:rPr sz="675" b="0">
                <a:solidFill>
                  <a:srgbClr val="111111"/>
                </a:solidFill>
              </a:rPr>
              <a:t>Home       Portfolio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50DB528-C751-4852-ACB8-AE0A48889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6105525"/>
            <a:ext cx="990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</a:defRPr>
            </a:pPr>
            <a:r>
              <a:rPr sz="675" b="1">
                <a:solidFill>
                  <a:srgbClr val="FFFFFF"/>
                </a:solidFill>
              </a:rPr>
              <a:t>About Me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2B9E290-92C3-4AC7-8B79-F51BC54E9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6105525"/>
            <a:ext cx="781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111111"/>
                </a:solidFill>
              </a:defRPr>
            </a:pPr>
            <a:r>
              <a:rPr sz="675" b="0">
                <a:solidFill>
                  <a:srgbClr val="111111"/>
                </a:solidFill>
              </a:rPr>
              <a:t>Contact</a:t>
            </a:r>
          </a:p>
        </p:txBody>
      </p:sp>
    </p:spTree>
    <p:extLst>
      <p:ext uri="{BB962C8B-B14F-4D97-AF65-F5344CB8AC3E}">
        <p14:creationId xmlns:p14="http://schemas.microsoft.com/office/powerpoint/2010/main" val="983028320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E9E9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E3AC365-71A1-4B27-B212-88718133C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"/>
            <a:ext cx="323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A00"/>
                </a:solidFill>
              </a:defRPr>
            </a:pPr>
            <a:r>
              <a:rPr sz="1200" b="1">
                <a:solidFill>
                  <a:srgbClr val="F59A00"/>
                </a:solidFill>
              </a:rPr>
              <a:t>DIRECTION 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1D1AE3-8C9F-4291-8D9C-FAC077FAB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14450"/>
            <a:ext cx="7620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111111"/>
                </a:solidFill>
              </a:defRPr>
            </a:pPr>
            <a:r>
              <a:rPr sz="4800" b="1">
                <a:solidFill>
                  <a:srgbClr val="111111"/>
                </a:solidFill>
              </a:rPr>
              <a:t>TRANSFORM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7C4FB9-1437-4314-B800-D051D6B51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95550"/>
            <a:ext cx="8667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11111"/>
                </a:solidFill>
              </a:defRPr>
            </a:pPr>
            <a:r>
              <a:rPr sz="2250" b="0">
                <a:solidFill>
                  <a:srgbClr val="111111"/>
                </a:solidFill>
              </a:rPr>
              <a:t>One field continually changes state; the environment moves more than the camera.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644C15-A379-44B4-BBD4-A32302BB1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4820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777772"/>
                </a:solidFill>
              </a:defRPr>
            </a:pPr>
            <a:r>
              <a:rPr sz="1575" b="1">
                <a:solidFill>
                  <a:srgbClr val="777772"/>
                </a:solidFill>
              </a:rPr>
              <a:t>Most abstract · purest dot language · strongest cloud-to-grid-to-wave logic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CD8010-FF61-4AB3-9A56-125232277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9313" y="1963103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A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EE1F0B-2D3D-4C24-B508-351A5AF3F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9535" y="1985240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99A55E-DB3A-4CEE-96E5-52CA4CDE6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758" y="1999137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E230A5-87F9-4FB4-9331-43F4A6EF0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9981" y="1999620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1C38D6-3394-40F5-88A0-B45053DEA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0203" y="1986510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F2A3FA-90A6-4971-B114-6A46CBCFB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0426" y="1964687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B0F096-3F18-4236-8B70-8DC0D5E58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0649" y="194227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68E4D0-8BF6-42BF-8ADA-7E793FD5E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0872" y="192761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408B40-B28A-4674-AA0E-C285434CB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1094" y="1926165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434F1D-F558-4CB0-B330-CAAD8C5BF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317" y="1938465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4312E8D-9EB5-47D9-A4B5-A05548FA4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540" y="1959937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27033F0-EA3F-43B1-AAE2-E2C837421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1763" y="1982587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4F45532-06B7-4E44-9CEA-D4B218BDB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1946" y="2081468"/>
            <a:ext cx="39461" cy="394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3C1635B-5852-4609-AA8D-310CCCD32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9791" y="2110684"/>
            <a:ext cx="39461" cy="394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4CED2C8-CA35-4831-B48D-C695BE320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7636" y="2117330"/>
            <a:ext cx="39461" cy="394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921E408-CB77-418F-B043-C8FFAF1FB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5482" y="2098932"/>
            <a:ext cx="39461" cy="394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542CBEE-EE74-483A-986E-F7DDA0544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3327" y="2062337"/>
            <a:ext cx="39461" cy="394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50B4EEB-B0AE-44D0-BDC1-03BC06F8A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1172" y="2021169"/>
            <a:ext cx="39461" cy="394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7A26CAC-ECB3-4BED-9043-53A1EE48C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9017" y="1990752"/>
            <a:ext cx="39461" cy="394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A535B93-8052-46DF-AEBB-BEC26FAED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6862" y="1982408"/>
            <a:ext cx="39461" cy="394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C098951-D6E6-4A53-B996-1158BAAAF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4708" y="1999244"/>
            <a:ext cx="39461" cy="394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B173C65-15A6-43C8-9ECD-48C59F706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2553" y="2034992"/>
            <a:ext cx="39461" cy="394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72DA729-A5B2-44DD-B140-321A111C8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0398" y="2076345"/>
            <a:ext cx="39461" cy="394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625D500-D050-49E2-A2FB-1D4ACF061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8243" y="2107910"/>
            <a:ext cx="39461" cy="394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A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A99B067-2671-4A4F-9BB3-5752A1DC8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4579" y="2303010"/>
            <a:ext cx="50346" cy="5034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9DBED78-50DF-4B93-8943-750CE25EA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0047" y="2320720"/>
            <a:ext cx="50346" cy="5034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12C2E39-1913-4038-81FF-0872FBC2E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5515" y="2301962"/>
            <a:ext cx="50346" cy="5034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7F61ED1-F107-454F-98CE-52BEE3956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0982" y="2253719"/>
            <a:ext cx="50346" cy="5034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D626C5B-8CEA-4A5E-9FA4-3FCF23493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6450" y="2193949"/>
            <a:ext cx="50346" cy="5034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92E76D8-6773-4CFB-AE26-3DF826046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1918" y="2144901"/>
            <a:ext cx="50346" cy="5034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B0E2AC5-33E1-490D-A735-692FAEFD7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7386" y="2124833"/>
            <a:ext cx="50346" cy="5034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D9C0C31-C521-4E7D-8DB7-9270D27F3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2853" y="2141214"/>
            <a:ext cx="50346" cy="5034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5ABC6F2-BCD8-4F3B-B158-8B5174FA0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8321" y="2187948"/>
            <a:ext cx="50346" cy="5034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C8D6B2E-FB77-420D-B719-EB4362102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3789" y="2247637"/>
            <a:ext cx="50346" cy="5034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D25A8BF-C60F-4F35-8714-105294A7B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9257" y="2298064"/>
            <a:ext cx="50346" cy="5034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A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7D0B9A7-2B1B-40E9-9C67-CFD69A7B8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4724" y="2320456"/>
            <a:ext cx="50346" cy="5034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FC81697-CCDA-4C79-A057-76BFB1AA0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213" y="2580773"/>
            <a:ext cx="61232" cy="612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5C4962A-7478-468B-8ABE-290DABA2E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0303" y="2566863"/>
            <a:ext cx="61232" cy="612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191B248-5172-4E42-BA8A-F313975CB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3393" y="2510925"/>
            <a:ext cx="61232" cy="612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756CB39-8A7B-497E-97B3-55AB0F144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6483" y="2433782"/>
            <a:ext cx="61232" cy="612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751786F-B15D-4A2F-A40A-949FB8EFB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9574" y="2364149"/>
            <a:ext cx="61232" cy="612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5991F20-7FE3-4B43-9410-94844491B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2664" y="2327947"/>
            <a:ext cx="61232" cy="612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319FEE2-30A7-476F-ADF7-AAA28C737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5754" y="2338652"/>
            <a:ext cx="61232" cy="612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D7D7231-0E0D-4680-BD68-F86AAAA38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8844" y="2392279"/>
            <a:ext cx="61232" cy="612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2F706A5-AA4E-4916-A40F-AFB438870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1934" y="2468866"/>
            <a:ext cx="61232" cy="612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76812D2-DB18-4271-9B73-0CD4F59C5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5025" y="2539904"/>
            <a:ext cx="61232" cy="612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A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FC7A25B-8616-424A-92D2-F946F0F51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8115" y="2578949"/>
            <a:ext cx="61232" cy="612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4A1BFB1-BE2A-4AC1-8C09-A91946BE3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31205" y="2571467"/>
            <a:ext cx="61232" cy="612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9BB1CC7-C922-4FA4-BA78-7F6721ACB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9846" y="2881823"/>
            <a:ext cx="72118" cy="721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E43C0D4D-21E4-44ED-955F-9ED4F4DB4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0559" y="2822838"/>
            <a:ext cx="72118" cy="721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E0294101-868B-43B6-881B-829F3E8C2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1272" y="2730601"/>
            <a:ext cx="72118" cy="721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BBAB3859-AA98-4A02-A6FD-669B7737B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1984" y="2639445"/>
            <a:ext cx="72118" cy="721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2744BCB1-F0EB-461C-9D02-35D76A1F6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2697" y="2583303"/>
            <a:ext cx="72118" cy="721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E4A910E8-A54E-46F3-A247-BB01FFBC6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3410" y="2583073"/>
            <a:ext cx="72118" cy="721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3C334FD9-9CB0-4A8F-83CB-6D952A695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4122" y="2638840"/>
            <a:ext cx="72118" cy="721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84590D29-A61D-4648-B097-3B14535C1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4835" y="2729847"/>
            <a:ext cx="72118" cy="721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38A50E34-2F12-456B-BB04-A8A53298B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5548" y="2822216"/>
            <a:ext cx="72118" cy="721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A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66C04259-A386-4D44-8AD8-510A6E848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6261" y="2881563"/>
            <a:ext cx="72118" cy="721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0048300C-57FA-429B-8268-63D76F915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6973" y="2885797"/>
            <a:ext cx="72118" cy="721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60452AE1-E2C6-4806-A917-9C320F5D5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686" y="2833342"/>
            <a:ext cx="72118" cy="721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ECF5CFCD-A4F2-4A69-A534-62595B5A5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2479" y="3182245"/>
            <a:ext cx="83004" cy="83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EEBDE3F7-45A7-4DC7-B4FE-E171EB810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0815" y="3078184"/>
            <a:ext cx="83004" cy="83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EF9A3BB0-B14F-4F1D-AF82-46CAC6C3F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9150" y="2965645"/>
            <a:ext cx="83004" cy="83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7EA6A187-8706-415C-9A18-01E0A36B0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7485" y="2886519"/>
            <a:ext cx="83004" cy="83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E75765BE-54BF-4808-86C9-EF5295918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5820" y="2870261"/>
            <a:ext cx="83004" cy="83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531284F1-742A-4CD1-9FD5-4F0155667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4156" y="2922923"/>
            <a:ext cx="83004" cy="83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D9275D85-F997-4CEF-A1E2-1094DB604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2491" y="3024901"/>
            <a:ext cx="83004" cy="83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1BEDF68D-D71D-48D4-9E09-26E4F91A5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0826" y="3138235"/>
            <a:ext cx="83004" cy="83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A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29079F98-3200-4F9C-9B50-62587AD5F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9161" y="3220738"/>
            <a:ext cx="83004" cy="83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96B3CD42-07A6-4B1E-81CA-BCB85C23E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7497" y="3241697"/>
            <a:ext cx="83004" cy="83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65FEBAC8-B4E5-4D4E-882F-E396FC30C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5832" y="3193312"/>
            <a:ext cx="83004" cy="83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66A0F782-3EC7-4162-A2AB-5EB6C623E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4167" y="3093593"/>
            <a:ext cx="83004" cy="83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6498841B-D2D3-478D-8FCD-8EF616CAD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5113" y="3471874"/>
            <a:ext cx="93889" cy="938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BAD133A2-EE8D-4CC6-960C-5B12E7684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1071" y="3339199"/>
            <a:ext cx="93889" cy="938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B4030331-CBEB-4C23-9D31-5CB0760B0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7028" y="3234951"/>
            <a:ext cx="93889" cy="938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282BB3AA-8231-4B16-92B9-87EBE47AE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2986" y="3197938"/>
            <a:ext cx="93889" cy="938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F67DB158-8336-4B73-A913-9476DB495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944" y="3241936"/>
            <a:ext cx="93889" cy="938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A9628943-2481-468B-A638-F9F73D953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4901" y="3350568"/>
            <a:ext cx="93889" cy="938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DFF6C366-EA91-4746-A4A6-FA0AF3BDD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0859" y="3483396"/>
            <a:ext cx="93889" cy="938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A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382916B0-7DCB-4421-A283-B03B45FD2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817" y="3590976"/>
            <a:ext cx="93889" cy="938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2EB50F38-1EAB-4F74-AE9A-79BA8804A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2775" y="3633262"/>
            <a:ext cx="93889" cy="938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A5E6177C-C80D-4A18-8D23-9A5892D59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38732" y="3594513"/>
            <a:ext cx="93889" cy="938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E7EBD9C9-B807-4703-BDEB-38F05CA73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4690" y="3489154"/>
            <a:ext cx="93889" cy="938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C77B405E-9F14-4D7E-8476-DF56D7CD3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0648" y="3356403"/>
            <a:ext cx="93889" cy="938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EC68815B-A8BE-40AC-B0CA-3C55647A7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7746" y="3757293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42F63B67-7432-40BC-A4D4-55FA5ED0E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1326" y="362680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F90AFE53-1884-408A-AFCF-E60C11A82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07" y="356486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E26764D2-868F-4173-9CFC-E6589DD97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8487" y="3594529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154FAC91-978C-4E23-87B6-F30667E6D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2067" y="370475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F63809B2-B979-4A5F-AD8A-1E390561C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5647" y="3854513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A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43661449-B138-4DD2-9767-772D0D67F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9228" y="398805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A81C3E65-06DD-49A9-8B94-AC7730B4F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2808" y="4055672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B405EB4A-C6EB-40B7-BF6E-CE4F0438C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6388" y="4032194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E8A972ED-8216-4CCF-966F-BD2B9C416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9968" y="392636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5A3AD90D-F2D5-4C89-9CE8-FDAC1496B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3549" y="3777567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6225A1FE-3212-4B82-ABC4-DF4D22935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7129" y="3641201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A00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621173905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E9E9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9BB685A-4CFD-4ECC-B8C1-44B4BBB2C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00050"/>
            <a:ext cx="8782050" cy="6057900"/>
          </a:xfrm>
          <a:prstGeom xmlns:a="http://schemas.openxmlformats.org/drawingml/2006/main" prst="roundRect">
            <a:avLst>
              <a:gd name="adj" fmla="val 2516"/>
            </a:avLst>
          </a:prstGeom>
          <a:solidFill xmlns:a="http://schemas.openxmlformats.org/drawingml/2006/main">
            <a:srgbClr val="E9E9E9"/>
          </a:solidFill>
          <a:ln xmlns:a="http://schemas.openxmlformats.org/drawingml/2006/main" w="9525">
            <a:solidFill>
              <a:srgbClr val="BDBDB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A7D604-C55D-4004-8BFC-08AA35600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66750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77772"/>
                </a:solidFill>
              </a:defRPr>
            </a:pPr>
            <a:r>
              <a:rPr sz="825" b="1">
                <a:solidFill>
                  <a:srgbClr val="777772"/>
                </a:solidFill>
              </a:rPr>
              <a:t>ABOUT ME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014984-D9F3-4984-833C-6B78B7402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45720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59A00"/>
                </a:solidFill>
              </a:defRPr>
            </a:pPr>
            <a:r>
              <a:rPr sz="900" b="1">
                <a:solidFill>
                  <a:srgbClr val="F59A00"/>
                </a:solidFill>
              </a:rPr>
              <a:t>TRANSFORM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AE6801-B3BF-41A0-BAE5-07CA5D2DA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7810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01 / 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6A8560-4A08-4BB4-AB92-89DEF5D97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1333500"/>
            <a:ext cx="23622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Material appears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50908D-9EF7-467E-8DF5-0A8A02002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400300"/>
            <a:ext cx="23622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77772"/>
                </a:solidFill>
              </a:defRPr>
            </a:pPr>
            <a:r>
              <a:rPr sz="1125" b="0">
                <a:solidFill>
                  <a:srgbClr val="777772"/>
                </a:solidFill>
              </a:rPr>
              <a:t>The cloud forms around the first salient words; there is no separate environment asset.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CE2E83-4500-427E-A350-3A823C9CC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60007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59A00"/>
                </a:solidFill>
              </a:defRPr>
            </a:pPr>
            <a:r>
              <a:rPr sz="825" b="1">
                <a:solidFill>
                  <a:srgbClr val="F59A00"/>
                </a:solidFill>
              </a:rPr>
              <a:t>SCROLL ↓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5968A4-E01E-45DD-AE68-15C66E44D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2268" y="1892310"/>
            <a:ext cx="56663" cy="5666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57E772-3E11-4A14-871F-6ECE24BD7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205" y="2596677"/>
            <a:ext cx="67992" cy="6799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EB5310-C32D-4774-A505-2C0BCADB6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1979" y="3043989"/>
            <a:ext cx="87897" cy="8789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F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C87D83-4629-4949-97E0-0D1BF0C50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4021" y="3407670"/>
            <a:ext cx="73855" cy="738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F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F33B98-45F3-46F6-89B9-2CC435A49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3275" y="4099064"/>
            <a:ext cx="87463" cy="8746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F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1E1E9C-DA57-46FC-8D76-02F428CBB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8272" y="4250755"/>
            <a:ext cx="72766" cy="7276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1494118-8D41-4C6A-9E23-C63F6E4AE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6351" y="4201862"/>
            <a:ext cx="71033" cy="7103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2948424-F8FD-4607-AA3F-D670BF82F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4390" y="4293370"/>
            <a:ext cx="71150" cy="71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A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28B01E-DF1F-4A1A-A1F0-9E783364B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7871" y="3224933"/>
            <a:ext cx="72940" cy="729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B57FD9E-3BA7-4B34-BDD5-52A99E02E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8396" y="2870826"/>
            <a:ext cx="92079" cy="9207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7123A77-3C23-4DCB-8DBE-EFBF78C54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5933" y="2464714"/>
            <a:ext cx="93939" cy="9393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FAE11D5-87B5-43A4-8F52-7D7DE6418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018" y="2015391"/>
            <a:ext cx="77961" cy="779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A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1B4BBDC-DDCF-4675-A9DB-A6D908AD3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9861" y="1772837"/>
            <a:ext cx="73910" cy="739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CFD29E6-EE37-4205-940D-7DC1E6DBE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204" y="1761586"/>
            <a:ext cx="96431" cy="9643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4016328-AFE0-4296-8A3F-DC91DC4C7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0834" y="1792295"/>
            <a:ext cx="77038" cy="770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A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A8473FF-7828-41A1-BB7C-E38DBB208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0152" y="2249070"/>
            <a:ext cx="83957" cy="8395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68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006B12D-65DC-4E56-83F4-E1794A463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4035" y="2585727"/>
            <a:ext cx="89713" cy="8971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EEA0D37-419A-4770-BC8A-820471253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6072" y="3150234"/>
            <a:ext cx="99467" cy="9946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A92F989-A17C-4A48-9882-8DC842658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5849" y="3501246"/>
            <a:ext cx="100134" cy="10013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EA6B01E-8FF2-479A-BFC9-ABCF18655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660" y="3990808"/>
            <a:ext cx="110758" cy="11075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A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9F62A93-159E-4DEC-9B3D-257A74597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8538" y="4244643"/>
            <a:ext cx="100009" cy="10000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345D61B-525D-4E31-9FE5-C00F1A1A8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3047" y="4639341"/>
            <a:ext cx="120049" cy="12004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E80F95A-4F7D-4489-8EFC-E6D8231B7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378" y="4260162"/>
            <a:ext cx="117425" cy="1174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70A60DC-5556-45B2-896A-B13409C1D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6489" y="4310556"/>
            <a:ext cx="111008" cy="1110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B3593F5-3149-4092-BF37-BBC7CAD27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385" y="4182113"/>
            <a:ext cx="110473" cy="1104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2FAD306-7D9A-4412-98F5-BCD509AC4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4019" y="4111336"/>
            <a:ext cx="122844" cy="1228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68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0262056-0463-4EA2-AD3B-4C8B1A1A7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3023" y="3792851"/>
            <a:ext cx="116080" cy="1160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0371C9F-C886-4733-AFF8-6F2674FCD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9736" y="3211330"/>
            <a:ext cx="120551" cy="12055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2BF4886-DAC1-4355-ABC5-A83977A90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8592" y="2888006"/>
            <a:ext cx="113433" cy="11343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68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8C80CE8-67C3-4BBC-B358-1E8BAFC26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0469" y="2451472"/>
            <a:ext cx="109746" cy="10974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DE8D9F1-F064-42EB-A124-7924F401C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9211" y="2099485"/>
            <a:ext cx="119358" cy="11935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78F2455-8DC7-4B75-B031-83006C383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3943" y="1814805"/>
            <a:ext cx="122216" cy="12221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CDC3367-3C0B-4D61-9BFE-1CD882C4F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1781" y="1694216"/>
            <a:ext cx="106892" cy="10689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F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3ABFCF8-F810-4061-8D76-DA93553CF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6504" y="1291164"/>
            <a:ext cx="110382" cy="11038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B3FC681-6EA6-41BA-BB7F-1E925BA4F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7614" y="1329958"/>
            <a:ext cx="118523" cy="11852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F033CD0-4F07-4317-B0B0-49AFCB427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9056" y="1578267"/>
            <a:ext cx="122149" cy="12214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B74C727-215D-4706-93F5-A84711CA5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8527" y="1522568"/>
            <a:ext cx="116898" cy="11689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75DFAB9-25AB-4118-8E8E-94C7A20D1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0403" y="1736553"/>
            <a:ext cx="98932" cy="989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A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9C96C9C-4944-46F0-8CAE-5EA32F071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8947" y="2333725"/>
            <a:ext cx="115920" cy="1159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F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D125FE0-38BB-4413-A3A9-57906121A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2451" y="2617230"/>
            <a:ext cx="96942" cy="9694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64BE4C6-D6C0-4A6A-BA2B-A3A15CB1F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758" y="3138205"/>
            <a:ext cx="138477" cy="13847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A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38A26FE-01C9-4962-891C-2B94C16D3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1859" y="3524568"/>
            <a:ext cx="135084" cy="13508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8A0F503-93E0-4F1A-9B92-77BC04C98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6246" y="3849718"/>
            <a:ext cx="151624" cy="1516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A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94910A4-6BBD-4211-87E9-B6072C669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5730" y="4018021"/>
            <a:ext cx="134594" cy="13459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68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06062153-9A71-404C-891C-5A67EA81E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4938" y="4445647"/>
            <a:ext cx="145089" cy="1450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F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F8A0FC3-3201-4B30-A0AB-328C14774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1063" y="4777878"/>
            <a:ext cx="144894" cy="14489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B1055092-8690-47A2-9024-6BBB1D145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5387" y="4594922"/>
            <a:ext cx="141459" cy="141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A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4FFE741B-7486-4CAB-9246-379372D02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5140" y="4612097"/>
            <a:ext cx="129641" cy="12964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0C1FC8A3-1DFA-48F6-B58F-7AC4B843C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8090" y="4725223"/>
            <a:ext cx="132483" cy="13248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F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57A69FCE-03CB-438C-B2C1-4C9185BAB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6868" y="4607166"/>
            <a:ext cx="136091" cy="13609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80DC9B1C-D5C4-4C96-9987-A0EAAD3BB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6272" y="4116619"/>
            <a:ext cx="149445" cy="14944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66BBF33E-C937-4811-A61F-00C8214B6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7677" y="3898048"/>
            <a:ext cx="141340" cy="1413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A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744830F8-E311-48FB-AB7F-0681E1C0F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9596" y="3406502"/>
            <a:ext cx="156735" cy="1567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7A7819DC-B28A-4116-B02D-7E6ED9DF8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1244" y="3059613"/>
            <a:ext cx="150385" cy="15038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A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90C21D44-AEC1-4886-99A4-A49D9F7AA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5750" y="2713263"/>
            <a:ext cx="140085" cy="14008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8F2680CB-E253-4618-82E0-4152D3B31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4870" y="2213999"/>
            <a:ext cx="145949" cy="14594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68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40007D08-8F57-4067-B44E-CAEA8BE33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6779" y="2115349"/>
            <a:ext cx="132299" cy="13229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39AA55D7-5588-4771-8A11-50D96F81F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2902" y="1592222"/>
            <a:ext cx="147250" cy="147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5364F499-FEBF-490E-A89F-8B75EE4FE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8392" y="1608033"/>
            <a:ext cx="147896" cy="147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68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3077A649-2AB1-4EF7-8ABC-6F6A1C8C4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2657" y="1400851"/>
            <a:ext cx="149111" cy="14911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F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5C6B4534-8FF5-432B-9A2B-47571C9AB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9497" y="1312494"/>
            <a:ext cx="140978" cy="14097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D4244C2B-F725-4C19-BA16-0660DF92E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3049" y="923165"/>
            <a:ext cx="141438" cy="1414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A101D116-40EB-4FF7-B0D6-1EEC7A484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1344" y="1048285"/>
            <a:ext cx="129179" cy="12917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68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0865C46A-E49B-4FCC-A6F8-478434D5D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6157" y="1226319"/>
            <a:ext cx="151918" cy="1519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A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D63C4D36-8A1C-4DE4-A511-AE3EF5867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6458" y="1625242"/>
            <a:ext cx="140816" cy="14081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99157C9A-6C58-4666-BF17-C4E9C1FDA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401" y="1744238"/>
            <a:ext cx="140477" cy="14047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68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AC157071-0D4C-4EF6-888C-A480F2E3D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5436" y="2357134"/>
            <a:ext cx="156679" cy="15667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F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83721345-7D33-47DC-B7BB-CD0EE4B04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3273" y="2644048"/>
            <a:ext cx="145560" cy="1455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4CA0F9F6-1C23-4924-96D5-1DA70D7EA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228850"/>
            <a:ext cx="6286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4650" b="1">
                <a:solidFill>
                  <a:srgbClr val="111111"/>
                </a:solidFill>
              </a:defRPr>
            </a:pPr>
            <a:r>
              <a:rPr sz="4650" b="1">
                <a:solidFill>
                  <a:srgbClr val="111111"/>
                </a:solidFill>
              </a:rPr>
              <a:t>COMPLICATED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08275C50-C3F8-4DF0-B2AD-ED8D7E304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952750"/>
            <a:ext cx="6286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4650" b="1">
                <a:solidFill>
                  <a:srgbClr val="111111"/>
                </a:solidFill>
              </a:defRPr>
            </a:pPr>
            <a:r>
              <a:rPr sz="4650" b="1">
                <a:solidFill>
                  <a:srgbClr val="111111"/>
                </a:solidFill>
              </a:rPr>
              <a:t>THINGS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CC253F72-2F89-4AE5-92A1-DA0170159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934075"/>
            <a:ext cx="84772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DBDB8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6E6F894C-975B-4D8C-9781-C1995B913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6057900"/>
            <a:ext cx="4019550" cy="257175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9E9E9"/>
          </a:solidFill>
          <a:ln xmlns:a="http://schemas.openxmlformats.org/drawingml/2006/main" w="9525">
            <a:solidFill>
              <a:srgbClr val="BDBDB8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57188F29-EE80-4912-8C30-359A668E3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6057900"/>
            <a:ext cx="990600" cy="257175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01CF1164-7E4A-4AAD-B0DB-CE7687B9F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6105525"/>
            <a:ext cx="1809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111111"/>
                </a:solidFill>
              </a:defRPr>
            </a:pPr>
            <a:r>
              <a:rPr sz="675" b="0">
                <a:solidFill>
                  <a:srgbClr val="111111"/>
                </a:solidFill>
              </a:rPr>
              <a:t>Home       Portfolio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52699F51-BF38-40EF-A5B7-EE03DCA1D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6105525"/>
            <a:ext cx="990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</a:defRPr>
            </a:pPr>
            <a:r>
              <a:rPr sz="675" b="1">
                <a:solidFill>
                  <a:srgbClr val="FFFFFF"/>
                </a:solidFill>
              </a:rPr>
              <a:t>About Me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32A4BFB4-2847-4815-BCCF-251158AF5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6105525"/>
            <a:ext cx="781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111111"/>
                </a:solidFill>
              </a:defRPr>
            </a:pPr>
            <a:r>
              <a:rPr sz="675" b="0">
                <a:solidFill>
                  <a:srgbClr val="111111"/>
                </a:solidFill>
              </a:rPr>
              <a:t>Contact</a:t>
            </a:r>
          </a:p>
        </p:txBody>
      </p:sp>
    </p:spTree>
    <p:extLst>
      <p:ext uri="{BB962C8B-B14F-4D97-AF65-F5344CB8AC3E}">
        <p14:creationId xmlns:p14="http://schemas.microsoft.com/office/powerpoint/2010/main" val="1050439112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E9E9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45C762E-958C-4FF4-839C-9B382085E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00050"/>
            <a:ext cx="8782050" cy="6057900"/>
          </a:xfrm>
          <a:prstGeom xmlns:a="http://schemas.openxmlformats.org/drawingml/2006/main" prst="roundRect">
            <a:avLst>
              <a:gd name="adj" fmla="val 2516"/>
            </a:avLst>
          </a:prstGeom>
          <a:solidFill xmlns:a="http://schemas.openxmlformats.org/drawingml/2006/main">
            <a:srgbClr val="E9E9E9"/>
          </a:solidFill>
          <a:ln xmlns:a="http://schemas.openxmlformats.org/drawingml/2006/main" w="9525">
            <a:solidFill>
              <a:srgbClr val="BDBDB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31252C-132E-4FA4-86E3-491183763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66750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77772"/>
                </a:solidFill>
              </a:defRPr>
            </a:pPr>
            <a:r>
              <a:rPr sz="825" b="1">
                <a:solidFill>
                  <a:srgbClr val="777772"/>
                </a:solidFill>
              </a:rPr>
              <a:t>ABOUT ME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EACBE1-BDC6-49C8-9CD5-2789F9FD5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45720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59A00"/>
                </a:solidFill>
              </a:defRPr>
            </a:pPr>
            <a:r>
              <a:rPr sz="900" b="1">
                <a:solidFill>
                  <a:srgbClr val="F59A00"/>
                </a:solidFill>
              </a:rPr>
              <a:t>TRANSFORM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60828D-093A-4030-827C-C4E1347CC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7810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02 / 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817593-6A3A-4D5B-9706-9CD350113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1333500"/>
            <a:ext cx="23622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Compression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5A02B7-4EE5-450E-ACC5-CD30A74FA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400300"/>
            <a:ext cx="23622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77772"/>
                </a:solidFill>
              </a:defRPr>
            </a:pPr>
            <a:r>
              <a:rPr sz="1125" b="0">
                <a:solidFill>
                  <a:srgbClr val="777772"/>
                </a:solidFill>
              </a:rPr>
              <a:t>The field closes around the type until the word SIMPLE becomes the focal point.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B110DA-BC8D-4734-AE45-184E827DC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60007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59A00"/>
                </a:solidFill>
              </a:defRPr>
            </a:pPr>
            <a:r>
              <a:rPr sz="825" b="1">
                <a:solidFill>
                  <a:srgbClr val="F59A00"/>
                </a:solidFill>
              </a:rPr>
              <a:t>SCROLL ↓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572D9B-A12A-4533-9297-D906DB9F8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1366" y="3636325"/>
            <a:ext cx="49024" cy="490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89DAE9-05F6-4950-BDAB-117208387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9115" y="2622746"/>
            <a:ext cx="91722" cy="9172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5B71AD-FA0C-44E9-8EEF-BE03B034D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5085" y="1267240"/>
            <a:ext cx="72768" cy="7276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12A861-1D74-48EB-B812-5362F9E27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458" y="1366382"/>
            <a:ext cx="126714" cy="12671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CEDBD4-4D4F-4268-A217-33B2022B0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2967" y="1990098"/>
            <a:ext cx="138511" cy="13851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F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6D3759-8B74-4660-B558-44E585139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9020" y="4087122"/>
            <a:ext cx="63816" cy="6381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1D2FA51-D32D-470F-BB79-03A01F7D8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1712" y="1894314"/>
            <a:ext cx="108316" cy="10831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A6DECB-7D95-4A7E-863E-F8F9EE0EC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586" y="3833736"/>
            <a:ext cx="96357" cy="9635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B1D3DBB-0A72-4573-BD92-815DFBF6E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8482" y="1680197"/>
            <a:ext cx="130899" cy="13089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701BB77-3599-4D4D-845E-43C9EBAB6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405" y="3244631"/>
            <a:ext cx="103463" cy="10346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EC021E5-D6C6-4634-A33A-C454F8838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579" y="2378946"/>
            <a:ext cx="98921" cy="9892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A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8EF2C38-B73F-4AAD-9431-78E9ACC78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247" y="2785968"/>
            <a:ext cx="111047" cy="11104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E9825A0-8D55-4152-98D8-0071768B0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5405" y="1596527"/>
            <a:ext cx="142136" cy="1421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F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DCB0A6A-9501-4140-8C5B-29A0182BD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4004" y="3705894"/>
            <a:ext cx="74152" cy="74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7B14D5C-BD58-45A5-96AD-38A870B15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5933" y="1311373"/>
            <a:ext cx="98972" cy="989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AB0A0D5-42F2-4CBA-97BE-59DE2DD22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344" y="1797160"/>
            <a:ext cx="123628" cy="1236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68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8815528-B82D-4116-80B5-D8C9AB46A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0312" y="2803814"/>
            <a:ext cx="138264" cy="13826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B2BD47A-37D3-40CF-9D8E-E6CCF06B5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0902" y="2543360"/>
            <a:ext cx="134164" cy="13416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A37A7AC-A3AC-49B1-B05A-0147F9920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777" y="3252372"/>
            <a:ext cx="130823" cy="13082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A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34285A2-B6A2-4C66-8F17-20BF6CD35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0580" y="3565840"/>
            <a:ext cx="99554" cy="9955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A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D629F55-165E-41EF-92EC-5D31E0EE2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356" y="2855188"/>
            <a:ext cx="56859" cy="568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68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D644711-DE2E-4877-B60D-B0C885E2F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6081" y="1673688"/>
            <a:ext cx="57913" cy="5791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AB678E1-02CF-45D1-A79B-61B617D59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4667" y="3159878"/>
            <a:ext cx="77636" cy="776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A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6D2ED7E-AF24-4A9D-BD2F-FE9DCB09F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53" y="4228550"/>
            <a:ext cx="138337" cy="13833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AD23CE9-2E3D-4688-8DEC-1D0D1B4FA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120" y="3383602"/>
            <a:ext cx="42780" cy="427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F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C6D53E9-F1B7-497E-9AC4-204461BEA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9017" y="1828416"/>
            <a:ext cx="43196" cy="431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68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BA3E930-5930-44C7-AA05-965AB3A05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3908" y="3924519"/>
            <a:ext cx="33426" cy="3342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F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89C8660-6F87-4609-B547-8EA350A08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1853" y="1237032"/>
            <a:ext cx="137789" cy="1377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3A46EE1-8064-4F56-8634-405B8B1BE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4705" y="1310261"/>
            <a:ext cx="112409" cy="11240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F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1946F67-58D9-4EA3-9EBF-D3BCD9260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5225" y="3935091"/>
            <a:ext cx="32528" cy="325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1126088-68B5-4BA1-AAD9-DC9CD0596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500" y="4187134"/>
            <a:ext cx="81603" cy="8160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146E4BF-F412-47D6-A5BD-41FAB9FF8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9408" y="4283393"/>
            <a:ext cx="29769" cy="2976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29589B4-B7D1-45AA-AC56-BFFE8A2EC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035" y="3274994"/>
            <a:ext cx="46496" cy="464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A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7DA2DAC-589F-4291-9A09-48B8FF06B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5458" y="3316539"/>
            <a:ext cx="63192" cy="6319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338B621-2E0B-4223-97EC-82E41BAE9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4587" y="2825048"/>
            <a:ext cx="73518" cy="735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471EAC2-914B-4C00-ABF7-2D31F686F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6183" y="2829386"/>
            <a:ext cx="130220" cy="1302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F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E6CD286-7233-4A6B-92C7-0C202883F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3098" y="2995331"/>
            <a:ext cx="83103" cy="8310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A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94955CF-5E10-4AE7-92DB-14E0AB939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8655" y="4178394"/>
            <a:ext cx="45782" cy="4578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F5DE4B4-E259-4C8C-9CAB-0C2D0B292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2002" y="3095452"/>
            <a:ext cx="92804" cy="928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A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DC02D54-86FB-402C-A243-569A65DD1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5677" y="4330233"/>
            <a:ext cx="117621" cy="11762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D8DCCF7-C0EF-4D2A-909B-D43CC0506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146" y="2707277"/>
            <a:ext cx="124647" cy="12464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F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05F6A43-4D79-4CB4-B9EA-BA7B3721A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7635" y="3807123"/>
            <a:ext cx="114245" cy="11424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B20A0F3-B80B-4254-8E94-47F8FE2DF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7597" y="3899578"/>
            <a:ext cx="127286" cy="12728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C32185B-FCAF-4670-8B16-2E26003A8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0111" y="1757044"/>
            <a:ext cx="140989" cy="1409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4E72E01-1E50-4638-B586-0834914C4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4217" y="1432829"/>
            <a:ext cx="124629" cy="12462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437EBB3A-4EE5-4A3D-9CE8-FA7DBBE9A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3622" y="1249855"/>
            <a:ext cx="38512" cy="3851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68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0516940-0C0C-484F-9D10-ADAA49351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8538" y="2080857"/>
            <a:ext cx="58339" cy="5833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B683268E-2F72-429C-9A49-9E16D6292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7939" y="2591399"/>
            <a:ext cx="140423" cy="14042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CC32738E-C391-4CEB-9A78-D85DB9330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5167" y="3390100"/>
            <a:ext cx="62520" cy="625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A4270ADC-0101-4ACA-9306-8EABD3E25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1752" y="2581519"/>
            <a:ext cx="49220" cy="492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013D4412-678B-4199-A1B9-A11BE1FA2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0594" y="3736198"/>
            <a:ext cx="62019" cy="6201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2CD699B9-0973-4535-8664-F14EAD949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5710" y="2657032"/>
            <a:ext cx="91855" cy="918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FC52EC3F-B856-4C86-A092-9C7D9BEB4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1255" y="2036164"/>
            <a:ext cx="48582" cy="4858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B3132F78-6DE8-4EF9-AD08-B55D2E1BC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7798" y="2817458"/>
            <a:ext cx="42123" cy="4212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6E434A85-3EAF-4022-8E8C-93132A746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0293" y="2823124"/>
            <a:ext cx="49819" cy="4981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1791C390-A631-40CE-A215-D30389A48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6095" y="2989772"/>
            <a:ext cx="50462" cy="5046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BB4DB4FB-6CF0-407A-B95A-21185BB3B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0039" y="3175934"/>
            <a:ext cx="133892" cy="13389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F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800F9037-7C13-47A6-9EAF-D648D13C9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6710" y="3659731"/>
            <a:ext cx="123578" cy="12357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BD6DD8C3-6B48-4AEA-A7D6-6D7790978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185" y="1680119"/>
            <a:ext cx="107025" cy="1070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68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D05AB7EE-B3F2-4926-930F-99FE8E05D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9363" y="1464484"/>
            <a:ext cx="96983" cy="9698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FFF4FC27-41DA-4B40-9F3E-81CD7D8B8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139" y="2178643"/>
            <a:ext cx="46828" cy="468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67AD0E1F-7E5A-49B1-AD1A-0FF177CF9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4096" y="3082696"/>
            <a:ext cx="100460" cy="1004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68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57CC9370-7FF3-4F19-889B-BBD4652C5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669" y="3111348"/>
            <a:ext cx="71239" cy="7123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56F599A7-546E-4D14-B4EC-1C5E9AFD7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1064" y="1491401"/>
            <a:ext cx="30537" cy="3053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9B8EB9CE-195E-4A41-A0CA-678399A12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4920" y="2103921"/>
            <a:ext cx="28891" cy="2889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A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5D3C3749-1A92-4CAC-B453-0390C3BF2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216" y="3572137"/>
            <a:ext cx="87386" cy="8738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51659525-C9BE-46D5-85A4-3A7AEC67F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0982" y="1957035"/>
            <a:ext cx="139591" cy="13959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F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3DCDA6DA-BE05-4AB7-8BDF-C79D121F6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9360" y="3529344"/>
            <a:ext cx="90141" cy="9014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A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BCECB03F-3CA4-4E91-A8C9-642FDF418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0776" y="2624218"/>
            <a:ext cx="70323" cy="7032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7A8F1FAB-1725-4737-BC3D-B11FDF2B0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0808" y="4209994"/>
            <a:ext cx="85229" cy="8522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F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538BFE36-4A3C-48FF-8FFF-796DB7269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7985" y="4019639"/>
            <a:ext cx="104365" cy="10436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A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82BC5FBD-ADD9-4C91-AAD1-0A19D8A57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2463" y="4066547"/>
            <a:ext cx="76029" cy="7602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68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BD3A9F19-4D24-42EC-BF97-FF9EA5313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2215" y="1825031"/>
            <a:ext cx="60126" cy="6012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DA298895-9F07-4965-8122-4653EDDE2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4680" y="2474579"/>
            <a:ext cx="131140" cy="1311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68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F4FAA508-DE6E-4700-9964-82CEA6790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7992" y="4242075"/>
            <a:ext cx="74509" cy="7450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F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9AB2A7DD-C762-4560-9475-4DF0C6BED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8470" y="3802635"/>
            <a:ext cx="71174" cy="7117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968B39F8-827B-4E4A-BFE2-81C772E44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793" y="1281725"/>
            <a:ext cx="50380" cy="503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BDFB1174-C178-4F79-B4C1-A3CECE688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8236" y="2879759"/>
            <a:ext cx="105665" cy="10566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DDE22A1F-A779-4F81-A760-CC4131ACD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610" y="2128692"/>
            <a:ext cx="54164" cy="5416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68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A2021839-879A-42BC-B0D6-78D019EC6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3543" y="3009947"/>
            <a:ext cx="134100" cy="134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A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55425FE7-8D3B-411C-BAC9-5F6D4CD2B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8149" y="1363713"/>
            <a:ext cx="63361" cy="633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2676108D-8F8A-4791-9A88-934AE5E34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2770" y="1992128"/>
            <a:ext cx="111365" cy="11136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F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A17A9BAC-520D-4F45-A8E9-3665CA1F6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4318" y="3545496"/>
            <a:ext cx="92674" cy="9267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74C221FA-3997-42BF-9057-F8CD6830F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2449" y="3505213"/>
            <a:ext cx="106009" cy="10600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F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99CBDC39-24AD-4754-A7FF-F2F00B9C6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019300"/>
            <a:ext cx="4476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900" b="1">
                <a:solidFill>
                  <a:srgbClr val="111111"/>
                </a:solidFill>
              </a:defRPr>
            </a:pPr>
            <a:r>
              <a:rPr sz="3900" b="1">
                <a:solidFill>
                  <a:srgbClr val="111111"/>
                </a:solidFill>
              </a:rPr>
              <a:t>SHOULD FEEL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0FF91DA1-EC6A-4A52-8DE0-C65B8BDBE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686050"/>
            <a:ext cx="4476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4800" b="1">
                <a:solidFill>
                  <a:srgbClr val="007A64"/>
                </a:solidFill>
              </a:defRPr>
            </a:pPr>
            <a:r>
              <a:rPr sz="4800" b="1">
                <a:solidFill>
                  <a:srgbClr val="007A64"/>
                </a:solidFill>
              </a:rPr>
              <a:t>SIMPLE.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B6B25F23-8D71-4A60-9D34-FB7D8FBB7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934075"/>
            <a:ext cx="84772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DBDB8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8F5FBA82-20D6-4ED6-881A-7A38D69EA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6057900"/>
            <a:ext cx="4019550" cy="257175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9E9E9"/>
          </a:solidFill>
          <a:ln xmlns:a="http://schemas.openxmlformats.org/drawingml/2006/main" w="9525">
            <a:solidFill>
              <a:srgbClr val="BDBDB8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123F7F6A-2E89-4251-84FF-4C2E4F2C1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6057900"/>
            <a:ext cx="990600" cy="257175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640795DA-96C1-400C-BD1C-C0F03251E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6105525"/>
            <a:ext cx="1809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111111"/>
                </a:solidFill>
              </a:defRPr>
            </a:pPr>
            <a:r>
              <a:rPr sz="675" b="0">
                <a:solidFill>
                  <a:srgbClr val="111111"/>
                </a:solidFill>
              </a:rPr>
              <a:t>Home       Portfolio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B8B5D63A-21F7-4A33-9BDF-C88661C92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6105525"/>
            <a:ext cx="990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</a:defRPr>
            </a:pPr>
            <a:r>
              <a:rPr sz="675" b="1">
                <a:solidFill>
                  <a:srgbClr val="FFFFFF"/>
                </a:solidFill>
              </a:rPr>
              <a:t>About Me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7FC6CBC8-0AF1-4DC0-9825-5263CBBCC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6105525"/>
            <a:ext cx="781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111111"/>
                </a:solidFill>
              </a:defRPr>
            </a:pPr>
            <a:r>
              <a:rPr sz="675" b="0">
                <a:solidFill>
                  <a:srgbClr val="111111"/>
                </a:solidFill>
              </a:rPr>
              <a:t>Contact</a:t>
            </a:r>
          </a:p>
        </p:txBody>
      </p:sp>
    </p:spTree>
    <p:extLst>
      <p:ext uri="{BB962C8B-B14F-4D97-AF65-F5344CB8AC3E}">
        <p14:creationId xmlns:p14="http://schemas.microsoft.com/office/powerpoint/2010/main" val="571074296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E9E9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3C16D9F-11F0-47FA-8B5D-B7234FF81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00050"/>
            <a:ext cx="8782050" cy="6057900"/>
          </a:xfrm>
          <a:prstGeom xmlns:a="http://schemas.openxmlformats.org/drawingml/2006/main" prst="roundRect">
            <a:avLst>
              <a:gd name="adj" fmla="val 2516"/>
            </a:avLst>
          </a:prstGeom>
          <a:solidFill xmlns:a="http://schemas.openxmlformats.org/drawingml/2006/main">
            <a:srgbClr val="E9E9E9"/>
          </a:solidFill>
          <a:ln xmlns:a="http://schemas.openxmlformats.org/drawingml/2006/main" w="9525">
            <a:solidFill>
              <a:srgbClr val="BDBDB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CEBB40-4DED-42DF-B8C5-F608B55FB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66750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77772"/>
                </a:solidFill>
              </a:defRPr>
            </a:pPr>
            <a:r>
              <a:rPr sz="825" b="1">
                <a:solidFill>
                  <a:srgbClr val="777772"/>
                </a:solidFill>
              </a:rPr>
              <a:t>ABOUT ME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EE5720-5FCF-4B03-BD16-CDDAEB3AD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45720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59A00"/>
                </a:solidFill>
              </a:defRPr>
            </a:pPr>
            <a:r>
              <a:rPr sz="900" b="1">
                <a:solidFill>
                  <a:srgbClr val="F59A00"/>
                </a:solidFill>
              </a:rPr>
              <a:t>TRANSFORM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D7D5A3-D3E9-4AD3-A10E-A73034271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7810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03 / 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4D17A0-4B2C-4FBA-9CEA-6471B92DC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1333500"/>
            <a:ext cx="23622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Flattening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EBF4A6-CA33-4685-8689-068F7CACF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400300"/>
            <a:ext cx="23622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77772"/>
                </a:solidFill>
              </a:defRPr>
            </a:pPr>
            <a:r>
              <a:rPr sz="1125" b="0">
                <a:solidFill>
                  <a:srgbClr val="777772"/>
                </a:solidFill>
              </a:rPr>
              <a:t>The cloud collapses into a plane at the exact moment the story names flatness.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0326A3-A156-4230-90D9-EB958039D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60007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59A00"/>
                </a:solidFill>
              </a:defRPr>
            </a:pPr>
            <a:r>
              <a:rPr sz="825" b="1">
                <a:solidFill>
                  <a:srgbClr val="F59A00"/>
                </a:solidFill>
              </a:rPr>
              <a:t>SCROLL ↓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435A9F-5BB7-4846-8A5A-7FABD01B1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0483" y="2252663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5BF4F6-2B4D-406F-88CA-4C5E9EB66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2497" y="2252663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21FA0C-6C48-401F-8040-28C6A46C8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4511" y="2252663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B57E37-C8C4-41BC-9AFB-E4DE659D9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6525" y="2252663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ACE8B4-0B8D-46E3-BEFD-829C9E441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8539" y="2252663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C05322-980D-4454-9218-B6F9E21B6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0553" y="2252663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3A901C-9A00-4003-B811-4F72462D4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2567" y="2252663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398A96-2074-4943-8613-74DE3E742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4581" y="2252663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7A14E2-674D-4C03-B84D-9049E4A0E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6595" y="2252663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DC369B1-5791-41C4-8A68-01E21860A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8609" y="2252663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06D59AB-5856-4D01-B293-2F0836871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0623" y="2252663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D654877-C477-4C03-811F-25EE4B9EE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2637" y="2252663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24DA398-13F5-4C53-8EBD-9C77FFAED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4651" y="2252663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CBD14B0-65E8-4525-A97E-38F5C7068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6665" y="2252663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E5232A7-51E6-46B3-BD3B-AF4E30F29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8679" y="2252663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DB566C1-01F9-4BBB-8ADD-90CD5558C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0693" y="2252663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CFEACC2-1C5E-4554-9BC6-439B8E3BE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2982" y="2401204"/>
            <a:ext cx="39461" cy="394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26BAC2A-EFC7-4F6D-A298-62E03D746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6604" y="2401204"/>
            <a:ext cx="39461" cy="394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492B055-64D8-4E76-9D1D-16BD7881F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0225" y="2401204"/>
            <a:ext cx="39461" cy="394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B82F698-775B-45CA-8FBE-2DE5A4FC7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3847" y="2401204"/>
            <a:ext cx="39461" cy="394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22CCA57-2CA7-4ABD-AC9E-8498C0F50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7469" y="2401204"/>
            <a:ext cx="39461" cy="394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1503713-79F9-4893-85D9-F189B3E3B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1090" y="2401204"/>
            <a:ext cx="39461" cy="394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064318A-1009-43FC-8A7A-303CB2326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4712" y="2401204"/>
            <a:ext cx="39461" cy="394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57EF81D-B89F-4963-B601-97B6AF966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8334" y="2401204"/>
            <a:ext cx="39461" cy="394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0A8ECFD-20B8-4D6E-A70F-2A48A483D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955" y="2401204"/>
            <a:ext cx="39461" cy="394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8867FA4-62FB-4285-B336-9D3BA1D2A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5577" y="2401204"/>
            <a:ext cx="39461" cy="394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041335D-B2FA-40E3-BD7F-D7A6F18CD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9199" y="2401204"/>
            <a:ext cx="39461" cy="394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E436B6E-57E7-4D1F-9CFF-B944B44A3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2821" y="2401204"/>
            <a:ext cx="39461" cy="394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4634D19-61B9-4CF9-88C0-A95AAA0C2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442" y="2401204"/>
            <a:ext cx="39461" cy="394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0F92E6F-F4EE-4F14-9691-2C54FC2CC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0064" y="2401204"/>
            <a:ext cx="39461" cy="394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0E888F4-F444-438C-B0E7-5EF71359C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3686" y="2401204"/>
            <a:ext cx="39461" cy="394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4584452-4A8B-4B36-9497-3826D4FF5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7307" y="2401204"/>
            <a:ext cx="39461" cy="394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B0D8B7F-5CF5-4C76-BCB2-81EA1E465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5481" y="2692670"/>
            <a:ext cx="50346" cy="5034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9C383D5-BF05-4F6C-9982-9ECE73472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0711" y="2692670"/>
            <a:ext cx="50346" cy="5034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30AB61F-18D9-41AF-B275-7231E7FE2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5940" y="2692670"/>
            <a:ext cx="50346" cy="5034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66EAF56-682E-4A97-9029-87C397645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1169" y="2692670"/>
            <a:ext cx="50346" cy="5034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75EE84E-EC02-45C0-8249-A28CEB81F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6399" y="2692670"/>
            <a:ext cx="50346" cy="5034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2F24C87-077D-469B-B91D-31848F989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1628" y="2692670"/>
            <a:ext cx="50346" cy="5034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8D2FF40-917B-4C08-AA52-EB8385F15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6858" y="2692670"/>
            <a:ext cx="50346" cy="5034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1954A5A-83F2-4DD7-86D5-741C11BC2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87" y="2692670"/>
            <a:ext cx="50346" cy="5034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96C6208-B8DD-43F4-8511-556C8428D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7316" y="2692670"/>
            <a:ext cx="50346" cy="5034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1A120B4-B367-45F8-87EE-83C22742E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2546" y="2692670"/>
            <a:ext cx="50346" cy="5034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9CEA5CB-940B-4F40-BD08-8417025DE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7775" y="2692670"/>
            <a:ext cx="50346" cy="5034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EB45205B-3081-40F3-9C57-CE328DBE8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3005" y="2692670"/>
            <a:ext cx="50346" cy="5034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A8F453C8-2FCA-44A9-BD38-E9651F144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8234" y="2692670"/>
            <a:ext cx="50346" cy="5034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1A252E7-30E8-4104-B189-BE7289909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3463" y="2692670"/>
            <a:ext cx="50346" cy="5034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34CA491C-79A7-4E24-BDF3-61C6D68D7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8693" y="2692670"/>
            <a:ext cx="50346" cy="5034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6CB751B4-906B-49D7-9E23-FC9787B27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3922" y="2692670"/>
            <a:ext cx="50346" cy="5034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248EF2E4-5803-41AF-8CCF-49383F984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981" y="3081642"/>
            <a:ext cx="61232" cy="612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2EFD4BE4-FBD3-4339-BA79-87A217BD7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4818" y="3081642"/>
            <a:ext cx="61232" cy="612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48109C43-380E-4CD2-A816-FA58E32BF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1655" y="3081642"/>
            <a:ext cx="61232" cy="612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2EC32309-4075-403D-8815-F74AC2696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8492" y="3081642"/>
            <a:ext cx="61232" cy="612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259C4BF5-A36B-406E-812B-6E01374C4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5329" y="3081642"/>
            <a:ext cx="61232" cy="612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25223E2E-CCD1-4BAB-8AE2-6BC7B8B4F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2166" y="3081642"/>
            <a:ext cx="61232" cy="612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80F096A7-A7C8-40F9-863C-E2787CB7D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9003" y="3081642"/>
            <a:ext cx="61232" cy="612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56290C8A-CFED-4F75-A242-92000BA59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5840" y="3081642"/>
            <a:ext cx="61232" cy="612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6F123297-C26E-47D0-B929-B3183151D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2677" y="3081642"/>
            <a:ext cx="61232" cy="612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C4959A10-4933-4E2B-8607-6931D1563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9515" y="3081642"/>
            <a:ext cx="61232" cy="612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56D92F6A-D013-4EA2-886B-720569A3B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6352" y="3081642"/>
            <a:ext cx="61232" cy="612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20BB7365-C35D-41C8-A0A4-82169C4EA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3189" y="3081642"/>
            <a:ext cx="61232" cy="612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1D19A407-CC8A-4294-8AB2-5FED5ACA0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0026" y="3081642"/>
            <a:ext cx="61232" cy="612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AEC85777-8ECD-43D0-BEDA-B9A15B34F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6863" y="3081642"/>
            <a:ext cx="61232" cy="612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88169A47-1B67-4A14-93EE-6458B2C82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3700" y="3081642"/>
            <a:ext cx="61232" cy="612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88A6D181-F801-420F-816D-B48D63AD1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0537" y="3081642"/>
            <a:ext cx="61232" cy="612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89323B86-941B-4438-949B-E25EA8AF8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480" y="3551183"/>
            <a:ext cx="72118" cy="721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24917A2E-5792-4824-8789-8F8DD4BB5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8925" y="3551183"/>
            <a:ext cx="72118" cy="721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25D710A1-CB49-4983-9AF5-BF529C59B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7370" y="3551183"/>
            <a:ext cx="72118" cy="721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70C53FB9-D0AF-4F93-8DFE-3A2800A67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5814" y="3551183"/>
            <a:ext cx="72118" cy="721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159C0946-CE6E-470A-8638-897EDB527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4259" y="3551183"/>
            <a:ext cx="72118" cy="721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7B5E243A-2502-4570-A18B-8BA5C7EAB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2704" y="3551183"/>
            <a:ext cx="72118" cy="721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F49EF974-D711-47AE-A9B3-01FEC91B3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1149" y="3551183"/>
            <a:ext cx="72118" cy="721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687E3CA0-19D9-4647-89FE-5C5AF82D4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9594" y="3551183"/>
            <a:ext cx="72118" cy="721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468FEA5B-A5B8-426A-BFFA-398A4C4BA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8038" y="3551183"/>
            <a:ext cx="72118" cy="721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C821371B-A1AC-494F-AFA0-2CD7DFDE3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6483" y="3551183"/>
            <a:ext cx="72118" cy="721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98C5BE3A-1239-470C-BAA1-3E00C4256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4928" y="3551183"/>
            <a:ext cx="72118" cy="721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59FBE100-DA6E-4772-916A-061DBCEC3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3373" y="3551183"/>
            <a:ext cx="72118" cy="721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2260AD3D-07FD-49D5-86C8-3BF7A8629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1818" y="3551183"/>
            <a:ext cx="72118" cy="721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164B28F7-7E76-42FA-86EC-30ED1C1AB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0262" y="3551183"/>
            <a:ext cx="72118" cy="721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9C25AAB1-0A1F-4C11-BDFD-415E74CFF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8707" y="3551183"/>
            <a:ext cx="72118" cy="721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937A4392-3424-4E39-93AD-54E51226B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7152" y="3551183"/>
            <a:ext cx="72118" cy="721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EFDC737E-ED56-476B-A40A-37C633DEA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2979" y="4091314"/>
            <a:ext cx="83004" cy="83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71598732-0B2A-427B-B69A-65B96511B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032" y="4091314"/>
            <a:ext cx="83004" cy="83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FC99E40C-46BB-4786-9FC6-65FD58D21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3084" y="4091314"/>
            <a:ext cx="83004" cy="83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F9084AAA-E894-491C-9382-1BC308400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3137" y="4091314"/>
            <a:ext cx="83004" cy="83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EDFD8A3C-E42A-4AD8-8076-C39D7F963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3189" y="4091314"/>
            <a:ext cx="83004" cy="83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C74FB116-043B-4969-A6AF-021474695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3242" y="4091314"/>
            <a:ext cx="83004" cy="83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439BFD5C-77E8-42F0-9E3F-2BE0180BA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3294" y="4091314"/>
            <a:ext cx="83004" cy="83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DFAE0426-CC32-48E3-8AAD-4CAEBFA1D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3347" y="4091314"/>
            <a:ext cx="83004" cy="83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261267FD-A00B-4B41-BFED-DCF676ACA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3399" y="4091314"/>
            <a:ext cx="83004" cy="83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83958BD8-F078-43ED-B317-EA3163586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452" y="4091314"/>
            <a:ext cx="83004" cy="83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2ED330DD-0652-47D4-9195-EF66DC1E1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3504" y="4091314"/>
            <a:ext cx="83004" cy="83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3A4D45D4-4CA8-4962-B562-47E24EC86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557" y="4091314"/>
            <a:ext cx="83004" cy="83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573676A4-5F4E-48DD-8DAB-4A5449A52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3609" y="4091314"/>
            <a:ext cx="83004" cy="83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D0C2099D-D616-4818-8C2B-A68230046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3662" y="4091314"/>
            <a:ext cx="83004" cy="83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B935C3F2-3AD0-467B-9269-F95235FFF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3714" y="4091314"/>
            <a:ext cx="83004" cy="83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64FA28A4-30A7-4350-BB1E-80C5696BB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3767" y="4091314"/>
            <a:ext cx="83004" cy="83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31D8D44D-D63B-4E17-B7AC-16D8D0822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479" y="4695212"/>
            <a:ext cx="93889" cy="938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BFFEA9DF-CBCE-4FB0-A929-F6E3F4154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7139" y="4695212"/>
            <a:ext cx="93889" cy="938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230272D3-1A97-4864-84B0-E3BC1726C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8799" y="4695212"/>
            <a:ext cx="93889" cy="938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2797EE98-AC22-423D-99E5-38DDF64A7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0459" y="4695212"/>
            <a:ext cx="93889" cy="938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5BFAF9AD-056E-4F0D-A168-C8D3F1647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2120" y="4695212"/>
            <a:ext cx="93889" cy="938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3BADB1C6-3DD5-40E7-B08B-00BDB8533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3780" y="4695212"/>
            <a:ext cx="93889" cy="938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0AC59297-747B-4503-893A-B1EBE31AA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5440" y="4695212"/>
            <a:ext cx="93889" cy="938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FB0C677C-0686-4600-9AD4-2B98529F2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7100" y="4695212"/>
            <a:ext cx="93889" cy="938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0205AB45-810A-4402-8A09-30ADD3B78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8760" y="4695212"/>
            <a:ext cx="93889" cy="938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EB13F26F-2912-44F2-A810-0D2490100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0421" y="4695212"/>
            <a:ext cx="93889" cy="938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B3C370AE-99E4-4C2B-A760-638D460CE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2081" y="4695212"/>
            <a:ext cx="93889" cy="938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1CD3FEC0-7EB9-4488-9D1D-A9E121D8B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741" y="4695212"/>
            <a:ext cx="93889" cy="938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657A159E-3612-4550-A57D-BEA96492E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5401" y="4695212"/>
            <a:ext cx="93889" cy="938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3D2C6DBD-027F-4F61-B42C-707BD403D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7061" y="4695212"/>
            <a:ext cx="93889" cy="938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4B2E1E36-3748-40D4-BA2B-C9E876CDB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8722" y="4695212"/>
            <a:ext cx="93889" cy="938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95D0A785-A3FD-4A5C-BBB6-68FEB5DFD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0382" y="4695212"/>
            <a:ext cx="93889" cy="938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CCE10A57-5E73-4280-A373-0624C2186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978" y="5357813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637F232C-0FB7-4423-A30A-41B837F94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246" y="5357813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CE3AD08B-FCF4-4A31-A15D-F9DB7D8F1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4514" y="5357813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1143BC8B-9E1E-4658-B240-C5D9D3658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7782" y="5357813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79DB4905-0B1F-446B-BEDD-435AA5076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1050" y="5357813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DCE594E7-A682-4253-A6C1-6271792DF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4318" y="5357813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F3F81BBD-C99C-4D08-98B0-804A7D990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7586" y="5357813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9031BB6F-6706-4F34-B0BB-32444D4D7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0854" y="5357813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B6842224-4963-4B9E-B77A-6C90D0503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4121" y="5357813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F94E0D70-6B36-438C-82DC-EFD9BE8A6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7389" y="5357813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9D5F3D39-5382-492C-B3F3-45DF73953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0657" y="5357813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6D1DB91E-EB07-4376-8281-913EA0FD4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3925" y="5357813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2E552F04-AC90-4FA5-A920-E1EEC9503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7193" y="5357813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F2062030-BE01-4AD0-9A34-BD72F8411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0461" y="5357813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2C47BF88-3646-41F7-A6EA-66D4F53A5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3729" y="5357813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1251F8D7-66A0-45DD-A53D-18434E25F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6997" y="5357813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B1EF5460-9995-47AF-9582-AA3AD1B89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219200"/>
            <a:ext cx="666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111111"/>
                </a:solidFill>
              </a:defRPr>
            </a:pPr>
            <a:r>
              <a:rPr sz="3000" b="1">
                <a:solidFill>
                  <a:srgbClr val="111111"/>
                </a:solidFill>
              </a:rPr>
              <a:t>BUT SIMPLE CAN BECOME</a:t>
            </a:r>
          </a:p>
        </p:txBody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6423A8E2-4689-482F-9B4B-154833121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781175"/>
            <a:ext cx="6667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5100" b="1">
                <a:solidFill>
                  <a:srgbClr val="0968C7"/>
                </a:solidFill>
              </a:defRPr>
            </a:pPr>
            <a:r>
              <a:rPr sz="5100" b="1">
                <a:solidFill>
                  <a:srgbClr val="0968C7"/>
                </a:solidFill>
              </a:rPr>
              <a:t>FLAT.</a:t>
            </a:r>
          </a:p>
        </p:txBody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3274A5F3-7EC4-4F5A-9537-B0CFC4F5A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934075"/>
            <a:ext cx="84772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DBDB8"/>
            </a:solidFill>
            <a:prstDash val="solid"/>
          </a:ln>
        </p:spPr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C6997A6E-200F-4931-9718-44EC4C40A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6057900"/>
            <a:ext cx="4019550" cy="257175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9E9E9"/>
          </a:solidFill>
          <a:ln xmlns:a="http://schemas.openxmlformats.org/drawingml/2006/main" w="9525">
            <a:solidFill>
              <a:srgbClr val="BDBDB8"/>
            </a:solidFill>
            <a:prstDash val="solid"/>
          </a:ln>
        </p:spPr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68A4025E-9900-4C8C-B07B-830969F2D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6057900"/>
            <a:ext cx="990600" cy="257175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D5E59A39-1C78-4224-8080-4F8C6ED61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6105525"/>
            <a:ext cx="1809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111111"/>
                </a:solidFill>
              </a:defRPr>
            </a:pPr>
            <a:r>
              <a:rPr sz="675" b="0">
                <a:solidFill>
                  <a:srgbClr val="111111"/>
                </a:solidFill>
              </a:rPr>
              <a:t>Home       Portfolio</a:t>
            </a:r>
          </a:p>
        </p:txBody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D34087CA-0A7D-4422-B1E0-0FF66C581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6105525"/>
            <a:ext cx="990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</a:defRPr>
            </a:pPr>
            <a:r>
              <a:rPr sz="675" b="1">
                <a:solidFill>
                  <a:srgbClr val="FFFFFF"/>
                </a:solidFill>
              </a:rPr>
              <a:t>About Me</a:t>
            </a:r>
          </a:p>
        </p:txBody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A03A5268-30CB-41C2-8E29-BE6E5FC96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6105525"/>
            <a:ext cx="781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111111"/>
                </a:solidFill>
              </a:defRPr>
            </a:pPr>
            <a:r>
              <a:rPr sz="675" b="0">
                <a:solidFill>
                  <a:srgbClr val="111111"/>
                </a:solidFill>
              </a:rPr>
              <a:t>Contact</a:t>
            </a:r>
          </a:p>
        </p:txBody>
      </p:sp>
    </p:spTree>
    <p:extLst>
      <p:ext uri="{BB962C8B-B14F-4D97-AF65-F5344CB8AC3E}">
        <p14:creationId xmlns:p14="http://schemas.microsoft.com/office/powerpoint/2010/main" val="1619211255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E9E9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BF974F3-490A-44A6-8D36-66668242F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00050"/>
            <a:ext cx="8782050" cy="6057900"/>
          </a:xfrm>
          <a:prstGeom xmlns:a="http://schemas.openxmlformats.org/drawingml/2006/main" prst="roundRect">
            <a:avLst>
              <a:gd name="adj" fmla="val 2516"/>
            </a:avLst>
          </a:prstGeom>
          <a:solidFill xmlns:a="http://schemas.openxmlformats.org/drawingml/2006/main">
            <a:srgbClr val="E9E9E9"/>
          </a:solidFill>
          <a:ln xmlns:a="http://schemas.openxmlformats.org/drawingml/2006/main" w="9525">
            <a:solidFill>
              <a:srgbClr val="BDBDB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165EFC-6795-4FDA-AF4C-76C26999B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66750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77772"/>
                </a:solidFill>
              </a:defRPr>
            </a:pPr>
            <a:r>
              <a:rPr sz="825" b="1">
                <a:solidFill>
                  <a:srgbClr val="777772"/>
                </a:solidFill>
              </a:rPr>
              <a:t>ABOUT ME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C94A04-DE1D-40D5-832B-90A4C2B01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45720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59A00"/>
                </a:solidFill>
              </a:defRPr>
            </a:pPr>
            <a:r>
              <a:rPr sz="900" b="1">
                <a:solidFill>
                  <a:srgbClr val="F59A00"/>
                </a:solidFill>
              </a:rPr>
              <a:t>TRANSFORM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86F7F2-1FFA-46FD-BE67-529620C34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7810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04 / 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A130EF-5BBB-49C9-A7F6-966CF5F23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1333500"/>
            <a:ext cx="23622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Structure with character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E2BF5C-8E04-4A13-AE90-4BF050CCE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400300"/>
            <a:ext cx="23622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77772"/>
                </a:solidFill>
              </a:defRPr>
            </a:pPr>
            <a:r>
              <a:rPr sz="1125" b="0">
                <a:solidFill>
                  <a:srgbClr val="777772"/>
                </a:solidFill>
              </a:rPr>
              <a:t>The plane lifts into a wave while the key clarity statement holds.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7DDDA3-6712-42B4-995D-52D50291B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60007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59A00"/>
                </a:solidFill>
              </a:defRPr>
            </a:pPr>
            <a:r>
              <a:rPr sz="825" b="1">
                <a:solidFill>
                  <a:srgbClr val="F59A00"/>
                </a:solidFill>
              </a:rPr>
              <a:t>SCROLL ↓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4B5752-0E2E-4AE0-B7CB-D17B9FD71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0483" y="2252663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A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57D578-FAD1-47E8-BE31-77BAB95A7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0498" y="2274800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24C9D8-0E1E-401D-BEEE-06E816C1D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0513" y="2288697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57F595-2136-4892-B855-600C7B00C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0528" y="2289180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57608D-A845-4CCF-B0E9-F8267EE9A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0543" y="2276070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C7E385-2452-4A51-A72D-4638F2744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0558" y="2254247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FBDF9C-4345-46E5-9F25-24BD363EA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0573" y="223183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EFDA99D-B620-406C-8919-03A99930E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0588" y="221717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EE04675-1552-4163-836B-F0F8D9FD3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0603" y="2215725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7B5B819-F7F7-4FE2-9CB8-FF108B948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0618" y="2228025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5D5E358-6218-4600-AB76-EB2CF4991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0633" y="2249497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E4102AE-F757-464B-B81F-6608AAC85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0648" y="2272147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096D5D8-F713-47E4-9F76-9A9D78168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0663" y="228754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A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D6362C8-0BFC-47A6-8967-8FA8A4497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0678" y="2289957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7DC0251-0AEA-4D59-A61A-A64F37C3D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0693" y="2278487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D44A04C-5B2E-4EC9-B36A-6E5ED0DDF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5065" y="2475578"/>
            <a:ext cx="41275" cy="412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C23F813-E63A-4DF1-8BFB-1EEB0FB0B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2090" y="2506937"/>
            <a:ext cx="41275" cy="412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24B69D0-4AB3-4F67-B582-E69F58674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9114" y="2514070"/>
            <a:ext cx="41275" cy="412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CBFFE2B-ED04-4631-8027-AC39D3118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6139" y="2494322"/>
            <a:ext cx="41275" cy="412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28DB1DF-CD03-4FD3-800D-AE9781155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3164" y="2455045"/>
            <a:ext cx="41275" cy="412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7CA3C06-6939-4F81-B1F9-B67B8D280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0188" y="2410858"/>
            <a:ext cx="41275" cy="412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925AB7F-F283-452B-9752-ACA928A61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7213" y="2378210"/>
            <a:ext cx="41275" cy="412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BB17ED8-6850-476B-96A9-E0A2DB4B5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4238" y="2369254"/>
            <a:ext cx="41275" cy="412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B9810F0-0BE5-47E8-A3CB-2CF027B2B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1262" y="2387324"/>
            <a:ext cx="41275" cy="412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DB6A7A8-747C-451A-AE00-27004B1DF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8287" y="2425693"/>
            <a:ext cx="41275" cy="412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ED93E21-B15E-4D8B-9E4C-33F142F07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5311" y="2470079"/>
            <a:ext cx="41275" cy="412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EC6CEE8-E698-4728-821A-5BB73F485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2336" y="2503960"/>
            <a:ext cx="41275" cy="412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A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2B73635-C7DB-4A73-B7DB-473C9AD49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9361" y="2514722"/>
            <a:ext cx="41275" cy="412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35D1AC8-417A-4A47-BFAE-BBD0ED0B6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385" y="2498361"/>
            <a:ext cx="41275" cy="412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97537A5-0CD1-4080-8EF5-CA0FD24B1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3410" y="2460967"/>
            <a:ext cx="41275" cy="412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17A1040-81B4-484C-A234-FDC53A408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9648" y="2900981"/>
            <a:ext cx="53975" cy="539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3C41BC6-12CB-45A3-9F14-F3BCDC891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3682" y="2920494"/>
            <a:ext cx="53975" cy="539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B34D555-270B-48E1-BB4F-3F161D14B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7716" y="2899826"/>
            <a:ext cx="53975" cy="539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37BAD60-B403-4216-8C28-817DBC514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1751" y="2846669"/>
            <a:ext cx="53975" cy="539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415940D-C644-4AC2-B2E5-8C5DD8481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5785" y="2780812"/>
            <a:ext cx="53975" cy="539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160E44E-431C-43F7-BF93-8C980A561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9819" y="2726768"/>
            <a:ext cx="53975" cy="539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CF13C2D-872B-4054-BE8F-EEB9EA712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853" y="2704655"/>
            <a:ext cx="53975" cy="539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16DF0A1-DD31-4919-85C6-DE47E336D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7888" y="2722706"/>
            <a:ext cx="53975" cy="539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50106B7-7CAA-4C38-B4DB-15E7ACADD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1922" y="2774199"/>
            <a:ext cx="53975" cy="539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CC1FD05-EA0F-4429-813D-B86B5F02F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5956" y="2839968"/>
            <a:ext cx="53975" cy="539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D7B644D-56D1-4A5C-92CC-1F5C2F2B0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9990" y="2895531"/>
            <a:ext cx="53975" cy="539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A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D0A8270-121D-460E-84BE-2E47D476A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4024" y="2920204"/>
            <a:ext cx="53975" cy="539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B058A0A-5D44-40E9-B190-D9768EA2B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8059" y="2904803"/>
            <a:ext cx="53975" cy="539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57FD0B1-7039-46C0-8FE1-20DC1D8B5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2093" y="2855061"/>
            <a:ext cx="53975" cy="539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71B1616-F155-48D7-8D58-5D55A21E0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6127" y="2789495"/>
            <a:ext cx="53975" cy="539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952C7F5F-470B-468F-B476-423F34C3B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4230" y="3448719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97958F1B-E1C4-4ED8-8023-A5AD9A660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5274" y="3433181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AA79F2F4-9C07-47C8-9B2C-463D15955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6318" y="3370697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8D0B75BF-7D30-45C3-A762-BD7B0933D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7362" y="3284526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11F8AC54-E569-484C-B386-EDA6D564A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8406" y="320674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7B8A940F-AC97-4A39-8555-1F36C4256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9450" y="3166307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23893D92-6369-458D-972B-A8860E28E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0494" y="317826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841D682F-D4D4-4A11-BFBB-A9380D623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1538" y="3238167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4D35B3B6-5D79-4E7A-8873-998C1B8F1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2581" y="3323716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D0220395-2438-48F2-A4FD-9E8887634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3625" y="3403066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A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769B99B8-1C92-4A85-BD35-B7D9A5A8D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669" y="344668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A9C710BA-6E33-4661-AC34-ABEC85DCA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5713" y="3438323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687242D2-0BE8-4994-8AB7-9017F92DB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6757" y="3381106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CA89DB22-909E-4B8B-A5E3-167F4769C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7801" y="3296327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D40773EC-0F95-4920-8385-5FBE10FE7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8845" y="321554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CD1A86A4-E8E0-4CBC-885B-977D29DFD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8813" y="4070962"/>
            <a:ext cx="79375" cy="793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3EDD3252-5709-4207-A65F-920AFB917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6866" y="4004520"/>
            <a:ext cx="79375" cy="793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6191D0C4-2E3A-40D3-B3EC-45B6DF23C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4920" y="3900621"/>
            <a:ext cx="79375" cy="793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686DE6FB-4889-46C7-BF71-7C689D419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974" y="3797939"/>
            <a:ext cx="79375" cy="793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A079FE64-A70D-48B8-A22C-A900577CB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1027" y="3734699"/>
            <a:ext cx="79375" cy="793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4445691B-640A-4A4A-9B56-031411979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081" y="3734439"/>
            <a:ext cx="79375" cy="793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C94976D4-98CC-4DA4-AE60-FA2E4C213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7134" y="3797258"/>
            <a:ext cx="79375" cy="793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1C61B42C-B013-4F6D-95EA-57239236C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5188" y="3899771"/>
            <a:ext cx="79375" cy="793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C6B9DF01-CB73-49A0-A3EB-458698A83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3241" y="4003819"/>
            <a:ext cx="79375" cy="793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A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0B02F145-4000-4F83-B219-74550A10A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1295" y="4070670"/>
            <a:ext cx="79375" cy="793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EA9199E1-B5BD-4C2B-897B-0BEAF14D2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9348" y="4075439"/>
            <a:ext cx="79375" cy="793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43312CCC-778F-4E85-A116-E771A3843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7402" y="4016352"/>
            <a:ext cx="79375" cy="793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61683E25-CBCA-4FC2-958F-F5F20E2A3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5455" y="3915403"/>
            <a:ext cx="79375" cy="793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2FB4CC86-CBF3-4D48-ACEF-CCB4B21D5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3509" y="3810169"/>
            <a:ext cx="79375" cy="793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B7F8D204-7719-4F60-A451-FAAA2519A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1562" y="3739824"/>
            <a:ext cx="79375" cy="793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EC6C1DB3-DC40-4871-8586-E86C0E10C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396" y="4734053"/>
            <a:ext cx="92075" cy="920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E9EDEF01-F2C0-45DA-966D-8B219F695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459" y="4616167"/>
            <a:ext cx="92075" cy="920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232BEFC6-0DAB-417C-853C-D8782EBE9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522" y="4488677"/>
            <a:ext cx="92075" cy="920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E493A7E6-243E-4801-93D2-7439FFD2D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8585" y="4399039"/>
            <a:ext cx="92075" cy="920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0807EAAB-AEA8-417D-B149-4F58B8367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3648" y="4380621"/>
            <a:ext cx="92075" cy="920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DDC1FF26-9EEB-4A6E-8EDB-47C683E56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8711" y="4440279"/>
            <a:ext cx="92075" cy="920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95C96A80-2D85-4834-9263-DB1D9D873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3774" y="4555805"/>
            <a:ext cx="92075" cy="920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FA5B1411-9CC1-4A2C-B3C7-EED2CB4C1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8838" y="4684196"/>
            <a:ext cx="92075" cy="920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A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5C071005-0EB6-4ADB-915F-281A0FB02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3901" y="4777659"/>
            <a:ext cx="92075" cy="920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FE0C92DA-435D-435B-9709-E03B84BFF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8964" y="4801403"/>
            <a:ext cx="92075" cy="920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846A257E-1629-4E71-9AAE-99597E18F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4027" y="4746590"/>
            <a:ext cx="92075" cy="920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F50E9B86-9866-429D-A2F9-3544156D3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9090" y="4633623"/>
            <a:ext cx="92075" cy="920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DC060F94-5035-4F00-8187-EBC7B5098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4153" y="4504553"/>
            <a:ext cx="92075" cy="920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B3CBB804-65A2-4BA0-869B-E2F8C225A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9216" y="4407427"/>
            <a:ext cx="92075" cy="920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D02B50DF-E4FC-4464-841F-CE2E885CA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4279" y="4378398"/>
            <a:ext cx="92075" cy="920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7995836A-06FF-45CF-A632-A5AEC1C0F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978" y="542186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E3423016-FA8A-4E29-A6CB-B7D90CFDD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0051" y="5270941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374E1352-C086-4D0F-AE45-539087DA1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124" y="515236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9E9CD992-5BCA-4FA3-B121-EC42DA4D6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4197" y="5110257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D672C0D9-B89F-458D-A4B5-8D23DADB0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6269" y="516030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C77BC6E4-56D0-4C0A-B044-5B3E7B50E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8342" y="5283874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30050907-8C55-4074-BE7B-DE209686F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0415" y="5434966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A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1F14F49E-F9BE-4164-9B9B-0A4FD67EA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2488" y="5557338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D418A550-3229-41F2-9259-A319C8946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4560" y="5605438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E06D3411-1CE5-4B3A-80D6-81FF118AA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6633" y="5561362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A5B11936-BBAF-43BF-BF07-32AAC927C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8706" y="544151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69120B00-805A-4CBA-946E-6BAC40509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0778" y="5290511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328DE461-8DD7-40BB-B29B-5CC8929A0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851" y="5164559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2D528AE2-A384-42CC-AACE-318B9E281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4924" y="511054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EEA6CBAE-EEFB-4477-A9CF-41C4B8206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6997" y="5148574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45DC98C8-B736-4137-87AC-4994CB1B1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104900"/>
            <a:ext cx="7067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111"/>
                </a:solidFill>
              </a:defRPr>
            </a:pPr>
            <a:r>
              <a:rPr sz="2625" b="1">
                <a:solidFill>
                  <a:srgbClr val="111111"/>
                </a:solidFill>
              </a:rPr>
              <a:t>CLARITY GIVES COMPLEXITY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E9AB18C6-4D1E-4CA9-9276-41BA03FB3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619250"/>
            <a:ext cx="7067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275" b="1">
                <a:solidFill>
                  <a:srgbClr val="007A64"/>
                </a:solidFill>
              </a:defRPr>
            </a:pPr>
            <a:r>
              <a:rPr sz="4275" b="1">
                <a:solidFill>
                  <a:srgbClr val="007A64"/>
                </a:solidFill>
              </a:rPr>
              <a:t>STRUCTURE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18A6365F-928C-47CC-82BE-A211A9189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333625"/>
            <a:ext cx="7067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111"/>
                </a:solidFill>
              </a:defRPr>
            </a:pPr>
            <a:r>
              <a:rPr sz="2625" b="1">
                <a:solidFill>
                  <a:srgbClr val="111111"/>
                </a:solidFill>
              </a:rPr>
              <a:t>WITHOUT REMOVING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94DC03C3-9A40-40FA-9A00-89061F6A9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838450"/>
            <a:ext cx="7067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275" b="1">
                <a:solidFill>
                  <a:srgbClr val="F59A00"/>
                </a:solidFill>
              </a:defRPr>
            </a:pPr>
            <a:r>
              <a:rPr sz="4275" b="1">
                <a:solidFill>
                  <a:srgbClr val="F59A00"/>
                </a:solidFill>
              </a:rPr>
              <a:t>ITS CHARACTER.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D9787743-B063-4D3A-A045-6C26FADE3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934075"/>
            <a:ext cx="84772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DBDB8"/>
            </a:solidFill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9DAF0E91-7B1F-4EDF-AEB4-B72DCC1B0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6057900"/>
            <a:ext cx="4019550" cy="257175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9E9E9"/>
          </a:solidFill>
          <a:ln xmlns:a="http://schemas.openxmlformats.org/drawingml/2006/main" w="9525">
            <a:solidFill>
              <a:srgbClr val="BDBDB8"/>
            </a:solidFill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DDE718FF-600C-4822-9F0D-1DF8B0842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6057900"/>
            <a:ext cx="990600" cy="257175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C98A620C-886D-475D-AEF7-268526742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6105525"/>
            <a:ext cx="1809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111111"/>
                </a:solidFill>
              </a:defRPr>
            </a:pPr>
            <a:r>
              <a:rPr sz="675" b="0">
                <a:solidFill>
                  <a:srgbClr val="111111"/>
                </a:solidFill>
              </a:rPr>
              <a:t>Home       Portfolio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700786B4-2D7C-4048-AB7F-FB5B39D7E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6105525"/>
            <a:ext cx="990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</a:defRPr>
            </a:pPr>
            <a:r>
              <a:rPr sz="675" b="1">
                <a:solidFill>
                  <a:srgbClr val="FFFFFF"/>
                </a:solidFill>
              </a:rPr>
              <a:t>About Me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D1BF236E-A6BB-46F9-99EB-9DB8F6128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6105525"/>
            <a:ext cx="781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111111"/>
                </a:solidFill>
              </a:defRPr>
            </a:pPr>
            <a:r>
              <a:rPr sz="675" b="0">
                <a:solidFill>
                  <a:srgbClr val="111111"/>
                </a:solidFill>
              </a:rPr>
              <a:t>Contact</a:t>
            </a:r>
          </a:p>
        </p:txBody>
      </p:sp>
    </p:spTree>
    <p:extLst>
      <p:ext uri="{BB962C8B-B14F-4D97-AF65-F5344CB8AC3E}">
        <p14:creationId xmlns:p14="http://schemas.microsoft.com/office/powerpoint/2010/main" val="1827254619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E9E9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0E36AAE-EAF1-4953-84B6-312AD95F1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00050"/>
            <a:ext cx="8782050" cy="6057900"/>
          </a:xfrm>
          <a:prstGeom xmlns:a="http://schemas.openxmlformats.org/drawingml/2006/main" prst="roundRect">
            <a:avLst>
              <a:gd name="adj" fmla="val 2516"/>
            </a:avLst>
          </a:prstGeom>
          <a:solidFill xmlns:a="http://schemas.openxmlformats.org/drawingml/2006/main">
            <a:srgbClr val="E9E9E9"/>
          </a:solidFill>
          <a:ln xmlns:a="http://schemas.openxmlformats.org/drawingml/2006/main" w="9525">
            <a:solidFill>
              <a:srgbClr val="BDBDB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4D4570-F0A7-45A9-84D5-CC1479D67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66750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77772"/>
                </a:solidFill>
              </a:defRPr>
            </a:pPr>
            <a:r>
              <a:rPr sz="825" b="1">
                <a:solidFill>
                  <a:srgbClr val="777772"/>
                </a:solidFill>
              </a:rPr>
              <a:t>ABOUT ME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DEE05E-87EE-4446-B6C1-1684AD07C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45720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59A00"/>
                </a:solidFill>
              </a:defRPr>
            </a:pPr>
            <a:r>
              <a:rPr sz="900" b="1">
                <a:solidFill>
                  <a:srgbClr val="F59A00"/>
                </a:solidFill>
              </a:rPr>
              <a:t>TRANSFORM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EC67B9-9763-4991-B94A-0C5A491DC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7810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05 / 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AF0EBC-ECB9-4D06-B4DA-658A72D47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1333500"/>
            <a:ext cx="23622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Graphic origin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01CBFC-5BB5-457A-B69B-BBBBCA549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400300"/>
            <a:ext cx="23622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77772"/>
                </a:solidFill>
              </a:defRPr>
            </a:pPr>
            <a:r>
              <a:rPr sz="1125" b="0">
                <a:solidFill>
                  <a:srgbClr val="777772"/>
                </a:solidFill>
              </a:rPr>
              <a:t>The same dots become typographic rhythm and poster fragments.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78F75C-9EA7-4D08-8E96-C25FCEDAD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60007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59A00"/>
                </a:solidFill>
              </a:defRPr>
            </a:pPr>
            <a:r>
              <a:rPr sz="825" b="1">
                <a:solidFill>
                  <a:srgbClr val="F59A00"/>
                </a:solidFill>
              </a:rPr>
              <a:t>SCROLL ↓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26A84C-102A-4424-ABDF-A0D72B76C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085850"/>
            <a:ext cx="742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1111"/>
                </a:solidFill>
              </a:defRPr>
            </a:pPr>
            <a:r>
              <a:rPr sz="2175" b="1">
                <a:solidFill>
                  <a:srgbClr val="111111"/>
                </a:solidFill>
              </a:rPr>
              <a:t>GRAPHIC DESIGN TAUGHT ME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4FE037-F464-4BFE-A790-8F6738B18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733550"/>
            <a:ext cx="2546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968C7"/>
                </a:solidFill>
              </a:defRPr>
            </a:pPr>
            <a:r>
              <a:rPr sz="1500" b="1">
                <a:solidFill>
                  <a:srgbClr val="0968C7"/>
                </a:solidFill>
              </a:rPr>
              <a:t>TYPE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9C6419-AC07-4224-AE5B-CC7E5D5EE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1700" y="1733550"/>
            <a:ext cx="2546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59A00"/>
                </a:solidFill>
              </a:defRPr>
            </a:pPr>
            <a:r>
              <a:rPr sz="1500" b="1">
                <a:solidFill>
                  <a:srgbClr val="F59A00"/>
                </a:solidFill>
              </a:rPr>
              <a:t>IMAGE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8037A4-E4BF-4190-80DB-EB67253E4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8050" y="1733550"/>
            <a:ext cx="2546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07A64"/>
                </a:solidFill>
              </a:defRPr>
            </a:pPr>
            <a:r>
              <a:rPr sz="1500" b="1">
                <a:solidFill>
                  <a:srgbClr val="007A64"/>
                </a:solidFill>
              </a:rPr>
              <a:t>RHYTHM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23D74B-B291-4ED1-8211-8B1040728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352675"/>
            <a:ext cx="742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111111"/>
                </a:solidFill>
              </a:defRPr>
            </a:pPr>
            <a:r>
              <a:rPr sz="1875" b="0">
                <a:solidFill>
                  <a:srgbClr val="111111"/>
                </a:solidFill>
              </a:rPr>
              <a:t>can turn noise into meaning without erasing its energy.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D06BF2-7E96-4F3D-A98D-704186D08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360000">
            <a:off x="2371725" y="3162300"/>
            <a:ext cx="1200150" cy="1695450"/>
          </a:xfrm>
          <a:prstGeom xmlns:a="http://schemas.openxmlformats.org/drawingml/2006/main" prst="roundRect">
            <a:avLst>
              <a:gd name="adj" fmla="val 15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DBDB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85C7C6-5835-4616-B8C0-AB1CAA87A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6442" y="3334617"/>
            <a:ext cx="74467" cy="7446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673BB9-0701-49AB-A169-CCBE00C2E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3975" y="3345900"/>
            <a:ext cx="51900" cy="51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A3C2FF0-0EBB-49C6-92D2-8337DABD7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7412" y="3351212"/>
            <a:ext cx="41277" cy="4127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A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C03FA6-2489-49A4-8622-447652E8C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0159" y="3591729"/>
            <a:ext cx="70782" cy="7078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68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B127B86-EC93-431C-B63B-3D89D7BC7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1307" y="3606627"/>
            <a:ext cx="40987" cy="4098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68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ACB4956-1247-493F-A48E-9156E8DC7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1750" y="3590820"/>
            <a:ext cx="72599" cy="7259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E034BEB-3B95-46DF-9C82-22A5537DD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3825" y="3860665"/>
            <a:ext cx="43451" cy="4345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58F0F40-60E1-4301-B3A2-D3B828AAA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2639" y="3861354"/>
            <a:ext cx="42073" cy="420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F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98D046E-AD53-4ABE-9B93-683847EF9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0424" y="3851014"/>
            <a:ext cx="62752" cy="627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68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9210023-F6B9-4B9A-911A-8CB63DACB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3524" y="3855989"/>
            <a:ext cx="52802" cy="5280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63DA13F-4185-4329-8763-213FD71D6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8410" y="3852750"/>
            <a:ext cx="59279" cy="5927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867DDEA-582B-486C-AC20-4D273D982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2863" y="4104973"/>
            <a:ext cx="65374" cy="6537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F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BBE2191-EC1F-4126-9F37-33273F918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7659" y="4101644"/>
            <a:ext cx="72032" cy="72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68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6A196AA-77AD-40CA-9389-2C794029E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1518" y="4107378"/>
            <a:ext cx="60564" cy="6056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CFB3411-4BD3-41E3-A675-2BC50CCE8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3248" y="4102858"/>
            <a:ext cx="69604" cy="696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189B4F1-9E36-4B2E-A975-653170578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9381" y="4356761"/>
            <a:ext cx="72338" cy="72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68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0AD90B3-1B9C-4CA2-BA02-D3AA74B0D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4756" y="4365886"/>
            <a:ext cx="54088" cy="5408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F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F9874F6-4EE6-40C7-8DB6-A70CFD8FD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3201" y="4358081"/>
            <a:ext cx="69698" cy="6969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F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C47F015-4EA3-4DE5-BFB1-EA1B4DE52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961" y="4610611"/>
            <a:ext cx="75179" cy="7517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0A3042E-9D2F-450D-A228-948947D82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3668" y="4618193"/>
            <a:ext cx="60013" cy="6001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F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7FAA7A5-13A3-44D3-B4EE-862FF1907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5001" y="4611401"/>
            <a:ext cx="73598" cy="7359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68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5876B8E-5A9C-4954-B107-47433636E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8453" y="4626728"/>
            <a:ext cx="42944" cy="429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76A832A-6801-4AED-B6BA-A5DB299C8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5989" y="4616139"/>
            <a:ext cx="64123" cy="6412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CD1D554-8A1E-4916-B73A-B5AED5A37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20000">
            <a:off x="4181475" y="3162300"/>
            <a:ext cx="1200150" cy="1695450"/>
          </a:xfrm>
          <a:prstGeom xmlns:a="http://schemas.openxmlformats.org/drawingml/2006/main" prst="roundRect">
            <a:avLst>
              <a:gd name="adj" fmla="val 15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DBDB8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5F24E5C-DAC0-45D9-BAD4-E95688329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2198" y="3340623"/>
            <a:ext cx="62454" cy="6245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238D6F0-D399-45E2-93F8-B593BAFAF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7294" y="3347594"/>
            <a:ext cx="48513" cy="4851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5A443F3-60CE-45FC-B962-6FFC19B52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6792" y="3348967"/>
            <a:ext cx="45766" cy="4576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AFEE24D-12F1-4E21-A7AD-3F8BA0A63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2833" y="3346883"/>
            <a:ext cx="49934" cy="4993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F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CEA80AC-2A0F-4469-8F3C-FA552EE0C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4753" y="3596573"/>
            <a:ext cx="61093" cy="6109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4955107-6E0B-4896-9FAD-79644CBD4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534" y="3600104"/>
            <a:ext cx="54031" cy="5403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D016636-A29A-4570-AB6B-02086714A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8936" y="3596381"/>
            <a:ext cx="61478" cy="6147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A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72122F0-8398-4A2C-842B-6585D7A60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0971" y="3849936"/>
            <a:ext cx="64907" cy="6490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283A88A-321C-4682-8639-5F8FC9BD3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7464" y="3858304"/>
            <a:ext cx="48172" cy="481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4FA9745-679D-4985-B9C6-CECE544AB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3973" y="3856688"/>
            <a:ext cx="51404" cy="514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A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6D2FEA0-323F-43D1-AC43-4D9D769DC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4295" y="4106655"/>
            <a:ext cx="62010" cy="620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68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5944114-CD53-4277-ADBB-DC2D906FB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6050" y="4100285"/>
            <a:ext cx="74750" cy="74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68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82DD5C0-0272-4B58-A654-E0CF63E51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9770" y="4115880"/>
            <a:ext cx="43560" cy="435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68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93B4FC0-1AC2-4376-AFB8-77DF4E1B3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6078" y="4105938"/>
            <a:ext cx="63443" cy="6344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A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CDD3496-9C0E-4979-9A90-718D4005E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8051" y="4359431"/>
            <a:ext cx="66997" cy="6699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900F967F-6B46-48F6-B9DE-53825EEA3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9582" y="4612482"/>
            <a:ext cx="71435" cy="714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F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975036B6-9C2E-443E-BB22-CA8AFCB96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1683" y="4618333"/>
            <a:ext cx="59735" cy="597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F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245F7474-BB84-4C4C-9084-9F9716EF2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4723" y="4613248"/>
            <a:ext cx="69904" cy="699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62C00A43-716A-4931-A7D1-C662176B7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420000">
            <a:off x="5991225" y="3162300"/>
            <a:ext cx="1200150" cy="1695450"/>
          </a:xfrm>
          <a:prstGeom xmlns:a="http://schemas.openxmlformats.org/drawingml/2006/main" prst="roundRect">
            <a:avLst>
              <a:gd name="adj" fmla="val 15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DBDB8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49E8D35E-25A5-462B-A19C-7428CC298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100" y="3352400"/>
            <a:ext cx="38901" cy="3890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A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C6320EDC-43D7-4964-A8ED-326C8B85C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2476" y="3594546"/>
            <a:ext cx="65148" cy="651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1899537B-9E06-49A6-AD97-4DFC3BCF9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6790" y="3592610"/>
            <a:ext cx="69019" cy="6901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68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22CC9C37-3F5F-44C2-AB79-C0CB07FB4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8234" y="3595929"/>
            <a:ext cx="62382" cy="6238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A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51978C6B-CFCF-465D-9BD2-1C12C3462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4846" y="3594416"/>
            <a:ext cx="65407" cy="6540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68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FAA37259-97C2-4A98-AE67-74E1F4993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6842" y="3857932"/>
            <a:ext cx="48915" cy="4891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A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410EB28C-CE9E-476B-BAC2-8D52CE919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336" y="4108946"/>
            <a:ext cx="57427" cy="5742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F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1A30C812-3CDC-48CE-B30B-5AC8C64C6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663" y="4100148"/>
            <a:ext cx="75024" cy="750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A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A6943239-88CD-4BA9-995E-C6F48BFAF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014" y="4104374"/>
            <a:ext cx="66572" cy="665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68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192445F3-724F-424B-B98B-7D82F85C7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4154" y="4112389"/>
            <a:ext cx="50542" cy="5054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68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E1C5A2D5-5704-4336-B68A-0EEE1B1FD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0735" y="4360490"/>
            <a:ext cx="64880" cy="64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0A821D90-0B2A-41E7-BB6D-1CAA8E5B1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902" y="4360532"/>
            <a:ext cx="64796" cy="647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9AB74E85-3B84-476C-A804-7A31F299D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1662" y="4367042"/>
            <a:ext cx="51777" cy="5177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F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4283C1D1-2835-4B8D-B98E-8CC701BFF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2898" y="4616048"/>
            <a:ext cx="64304" cy="64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F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B0731CA4-C786-4972-B2C6-EDAC4C513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983" y="4619758"/>
            <a:ext cx="56884" cy="5688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68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14FC859D-A920-488D-97C9-41B5DB65C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934075"/>
            <a:ext cx="84772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DBDB8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F64D1B36-D2EB-4335-BE34-31EC6371A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6057900"/>
            <a:ext cx="4019550" cy="257175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9E9E9"/>
          </a:solidFill>
          <a:ln xmlns:a="http://schemas.openxmlformats.org/drawingml/2006/main" w="9525">
            <a:solidFill>
              <a:srgbClr val="BDBDB8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C2E4A50E-159C-4E08-9AB2-B7829D28C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6057900"/>
            <a:ext cx="990600" cy="257175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FBAA80D7-B364-44C3-B0D3-A6929AD9A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6105525"/>
            <a:ext cx="1809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111111"/>
                </a:solidFill>
              </a:defRPr>
            </a:pPr>
            <a:r>
              <a:rPr sz="675" b="0">
                <a:solidFill>
                  <a:srgbClr val="111111"/>
                </a:solidFill>
              </a:rPr>
              <a:t>Home       Portfolio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6DB62F6C-C857-40BF-868A-2916F0039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6105525"/>
            <a:ext cx="990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</a:defRPr>
            </a:pPr>
            <a:r>
              <a:rPr sz="675" b="1">
                <a:solidFill>
                  <a:srgbClr val="FFFFFF"/>
                </a:solidFill>
              </a:rPr>
              <a:t>About Me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6CCB9D88-3437-42C8-ABBD-17AB2D837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6105525"/>
            <a:ext cx="781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111111"/>
                </a:solidFill>
              </a:defRPr>
            </a:pPr>
            <a:r>
              <a:rPr sz="675" b="0">
                <a:solidFill>
                  <a:srgbClr val="111111"/>
                </a:solidFill>
              </a:rPr>
              <a:t>Contact</a:t>
            </a:r>
          </a:p>
        </p:txBody>
      </p:sp>
    </p:spTree>
    <p:extLst>
      <p:ext uri="{BB962C8B-B14F-4D97-AF65-F5344CB8AC3E}">
        <p14:creationId xmlns:p14="http://schemas.microsoft.com/office/powerpoint/2010/main" val="1272062862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E9E9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C640EB2-3D82-49DD-B4A9-8A98E09E5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00050"/>
            <a:ext cx="8782050" cy="6057900"/>
          </a:xfrm>
          <a:prstGeom xmlns:a="http://schemas.openxmlformats.org/drawingml/2006/main" prst="roundRect">
            <a:avLst>
              <a:gd name="adj" fmla="val 2516"/>
            </a:avLst>
          </a:prstGeom>
          <a:solidFill xmlns:a="http://schemas.openxmlformats.org/drawingml/2006/main">
            <a:srgbClr val="E9E9E9"/>
          </a:solidFill>
          <a:ln xmlns:a="http://schemas.openxmlformats.org/drawingml/2006/main" w="9525">
            <a:solidFill>
              <a:srgbClr val="BDBDB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982195-C39D-4B8E-ADBB-B49280CAD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66750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77772"/>
                </a:solidFill>
              </a:defRPr>
            </a:pPr>
            <a:r>
              <a:rPr sz="825" b="1">
                <a:solidFill>
                  <a:srgbClr val="777772"/>
                </a:solidFill>
              </a:rPr>
              <a:t>ABOUT ME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8AA04F-43B7-4E29-A5D1-4F8E67886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45720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59A00"/>
                </a:solidFill>
              </a:defRPr>
            </a:pPr>
            <a:r>
              <a:rPr sz="900" b="1">
                <a:solidFill>
                  <a:srgbClr val="F59A00"/>
                </a:solidFill>
              </a:rPr>
              <a:t>TRANSFORM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04A0C8-555D-4BAA-8285-386EFA900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7810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06 / 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24D84D-BD8C-48BE-8DEF-1DE147E49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1333500"/>
            <a:ext cx="23622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Scale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5D9E28-CD30-4C51-8D74-01A457FDB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400300"/>
            <a:ext cx="23622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77772"/>
                </a:solidFill>
              </a:defRPr>
            </a:pPr>
            <a:r>
              <a:rPr sz="1125" b="0">
                <a:solidFill>
                  <a:srgbClr val="777772"/>
                </a:solidFill>
              </a:rPr>
              <a:t>The material reorganises around users, systems, constraints and decisions.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550D36-61F5-4F62-B4E7-25C867E60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60007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59A00"/>
                </a:solidFill>
              </a:defRPr>
            </a:pPr>
            <a:r>
              <a:rPr sz="825" b="1">
                <a:solidFill>
                  <a:srgbClr val="F59A00"/>
                </a:solidFill>
              </a:rPr>
              <a:t>SCROLL ↓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03A892-9767-449F-BC1D-A83161DAD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0483" y="2252663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A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CBE07E-0713-4D71-B085-BC662F4C1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2497" y="2252663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B5A91C-C71A-472D-9F4F-6B20509F6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4511" y="2252663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8C9C87-69D9-4653-9C9D-877CF26EA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6525" y="2252663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F0115B-4D56-472A-A71B-A36AB0639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8539" y="2252663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C4FACB-2428-416E-B82B-F8AA8EB1C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0553" y="2252663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275E5F-F454-4CC0-A73A-78BB5118B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2567" y="2252663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79242EB-595B-4323-8F28-C0F094BE7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4581" y="2252663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5BF047F-189E-42E5-A620-46CB2592A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6595" y="2252663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59980E1-9295-485E-AE66-908D581B2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8609" y="2252663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38E253D-E336-4840-8C1E-7091B2063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0623" y="2252663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CE77C2C-1A38-4B9B-AF7D-9DD56985E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2637" y="2252663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C9BCAF0-4E24-4A2F-8475-A0BE08991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4651" y="2252663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A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1732061-5E5F-4C0E-9351-29CB786CF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6665" y="2252663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5FC925C-75BB-47B3-B745-84B04F688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8679" y="2252663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D5520E5-29AE-44FD-A1B9-E88A3133E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0693" y="2252663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F393ACE-EA98-4C85-A8F3-1AD106B69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2982" y="2401204"/>
            <a:ext cx="39461" cy="394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FD7228B-20F9-45B7-9DD6-6C2211056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6604" y="2401204"/>
            <a:ext cx="39461" cy="394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3A73172-06C4-4043-8ED1-06979065D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0225" y="2401204"/>
            <a:ext cx="39461" cy="394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92BFEF7-6BDC-4531-BF72-31682056C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3847" y="2401204"/>
            <a:ext cx="39461" cy="394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E914DF8-A17B-4820-AA47-0820011E4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7469" y="2401204"/>
            <a:ext cx="39461" cy="394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D3B9759-A1E3-454C-AE06-93B6F94D6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1090" y="2401204"/>
            <a:ext cx="39461" cy="394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0BC1B08-6BAD-4AA4-A99E-7FF9932F6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4712" y="2401204"/>
            <a:ext cx="39461" cy="394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4DA1A4A-A692-451E-85F0-9AFAB161D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8334" y="2401204"/>
            <a:ext cx="39461" cy="394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D3AD8C5-1125-4DAB-9370-D317A7CB7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955" y="2401204"/>
            <a:ext cx="39461" cy="394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717DFD4-F3A3-434D-B163-740D5646F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5577" y="2401204"/>
            <a:ext cx="39461" cy="394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AC5F327-201E-4E33-87E8-1D3888B2A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9199" y="2401204"/>
            <a:ext cx="39461" cy="394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EC56640-AAA1-40FF-A056-EB2FDBEF0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2821" y="2401204"/>
            <a:ext cx="39461" cy="394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A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05D7121-E1C4-4FE0-8054-7AA3D6FA9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442" y="2401204"/>
            <a:ext cx="39461" cy="394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3C304A1-16FF-47FD-9CF1-D1CC3FCBE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0064" y="2401204"/>
            <a:ext cx="39461" cy="394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3B82113-A07A-4BC9-98EC-1581C99C7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3686" y="2401204"/>
            <a:ext cx="39461" cy="394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4F31AD8-2926-40E2-9BCD-F1D71C9D2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7307" y="2401204"/>
            <a:ext cx="39461" cy="394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40E3427-11D7-4735-8FC3-2AAC99E2C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5481" y="2692670"/>
            <a:ext cx="50346" cy="5034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A48FB13-55DC-40DA-9523-251D021ED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0711" y="2692670"/>
            <a:ext cx="50346" cy="5034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7A0ECF4-81F9-4977-930B-DAFBFEFE7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5940" y="2692670"/>
            <a:ext cx="50346" cy="5034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67686BF-93FC-483A-BF7F-AE785CEA8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1169" y="2692670"/>
            <a:ext cx="50346" cy="5034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45F147F-B813-4CA6-A030-96C0A56EF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6399" y="2692670"/>
            <a:ext cx="50346" cy="5034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41DCDBE-73FA-4E79-9110-D305BEDCD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1628" y="2692670"/>
            <a:ext cx="50346" cy="5034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196E626-9334-46D0-9F9C-FBD0DD80B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6858" y="2692670"/>
            <a:ext cx="50346" cy="5034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EC67F91-3C17-4821-9E6A-FDB920AEF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87" y="2692670"/>
            <a:ext cx="50346" cy="5034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A0541C4-E604-4162-A215-60421E4C6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7316" y="2692670"/>
            <a:ext cx="50346" cy="5034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A21FF7D-73CA-476A-B29D-75F72133F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2546" y="2692670"/>
            <a:ext cx="50346" cy="5034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5FD45A4-E71F-4962-B873-AE6681887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7775" y="2692670"/>
            <a:ext cx="50346" cy="5034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A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ADB3710-D082-4EBB-9F92-27D99877C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3005" y="2692670"/>
            <a:ext cx="50346" cy="5034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1F8A04C4-2DC2-4ECE-BE5A-51E762DDC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8234" y="2692670"/>
            <a:ext cx="50346" cy="5034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1FEC427-F060-4EC7-AA94-F1C80606B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3463" y="2692670"/>
            <a:ext cx="50346" cy="5034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5029B902-6598-4FD5-983B-C35FC1811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8693" y="2692670"/>
            <a:ext cx="50346" cy="5034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44BFCE7D-BCF7-40A4-86CA-4A46230F9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3922" y="2692670"/>
            <a:ext cx="50346" cy="5034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2E7E3D72-2205-4E83-84F1-EB769304D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981" y="3081642"/>
            <a:ext cx="61232" cy="612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CED2CC44-6F20-44FC-A146-ECB6BF408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4818" y="3081642"/>
            <a:ext cx="61232" cy="612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F41783A0-4AA8-4F80-B323-CFA22AE74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1655" y="3081642"/>
            <a:ext cx="61232" cy="612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0AF0F1BD-C115-4431-8680-685658F69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8492" y="3081642"/>
            <a:ext cx="61232" cy="612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B526D397-0893-4DB6-9C6D-8D01F547D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5329" y="3081642"/>
            <a:ext cx="61232" cy="612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BA4B4319-F529-4918-87A9-6DECE4A0C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2166" y="3081642"/>
            <a:ext cx="61232" cy="612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102A7081-3DFD-44CD-9DD8-DA7E24D62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9003" y="3081642"/>
            <a:ext cx="61232" cy="612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4ED91A62-1203-4A84-B6A4-F8E8CCFA7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5840" y="3081642"/>
            <a:ext cx="61232" cy="612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500A52FD-026A-40DE-BCEB-13477850E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2677" y="3081642"/>
            <a:ext cx="61232" cy="612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4E97A850-EF97-4D71-AD4E-1753F7C92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9515" y="3081642"/>
            <a:ext cx="61232" cy="612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A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32509005-4D92-4AED-81C2-927B5ADCC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6352" y="3081642"/>
            <a:ext cx="61232" cy="612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7EA1F8DF-6588-4790-92D5-D8B0BAD6A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3189" y="3081642"/>
            <a:ext cx="61232" cy="612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6F0A54DB-59D5-407E-A365-27F24DEFF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0026" y="3081642"/>
            <a:ext cx="61232" cy="612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06D8000A-CAAD-447F-854E-BA7093168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6863" y="3081642"/>
            <a:ext cx="61232" cy="612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858996CF-5916-4873-A5C5-44492C5C8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3700" y="3081642"/>
            <a:ext cx="61232" cy="612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D52D206D-FCCF-4734-A307-4844CED83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0537" y="3081642"/>
            <a:ext cx="61232" cy="612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AABFFFBD-76A0-43F1-B35C-F5B01F56D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480" y="3551183"/>
            <a:ext cx="72118" cy="721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DC041246-9DE4-46D8-ABA6-97FDBE554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8925" y="3551183"/>
            <a:ext cx="72118" cy="721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5154BA07-EC11-42AC-8F5E-8457FED6C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7370" y="3551183"/>
            <a:ext cx="72118" cy="721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E2ED6C84-2E79-4760-9D44-2A98FBDF4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5814" y="3551183"/>
            <a:ext cx="72118" cy="721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6D630912-CA38-4792-836F-AC682C9A3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4259" y="3551183"/>
            <a:ext cx="72118" cy="721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5D6D6D53-2D8E-402C-98FC-09719A470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2704" y="3551183"/>
            <a:ext cx="72118" cy="721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08C07EF1-0CB7-4D7C-98BA-6C4D08649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1149" y="3551183"/>
            <a:ext cx="72118" cy="721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F08B3C11-882C-4FDC-92E7-7EAB4740C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9594" y="3551183"/>
            <a:ext cx="72118" cy="721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53D83BF4-EB2F-4EA6-94BD-AE7474933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8038" y="3551183"/>
            <a:ext cx="72118" cy="721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A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585F4B5B-47FC-4E88-A097-7E515D8AF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6483" y="3551183"/>
            <a:ext cx="72118" cy="721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D0E64AD8-F513-4644-8384-ECFC1F551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4928" y="3551183"/>
            <a:ext cx="72118" cy="721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F2F06784-DC62-4AD5-87A7-25EF163BD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3373" y="3551183"/>
            <a:ext cx="72118" cy="721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1AA24098-89D7-43EE-A3FE-F7FB04E74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1818" y="3551183"/>
            <a:ext cx="72118" cy="721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60B623B0-F86D-4076-BBE6-FD4C61E41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0262" y="3551183"/>
            <a:ext cx="72118" cy="721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9CDA6D1E-566F-4E43-A34D-D7EC18FFB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8707" y="3551183"/>
            <a:ext cx="72118" cy="721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00A3B704-8587-41BE-B14F-B57D7A49B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7152" y="3551183"/>
            <a:ext cx="72118" cy="721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09270E98-891B-4E5B-BBB9-C2E475962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2979" y="4091314"/>
            <a:ext cx="83004" cy="83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D2A06690-C036-4135-A307-9FEEB39F5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032" y="4091314"/>
            <a:ext cx="83004" cy="83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D1CB6826-A80E-439B-91B0-EBB2AEE86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3084" y="4091314"/>
            <a:ext cx="83004" cy="83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4A6BF04D-C1FC-4FDF-999B-845D436FE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3137" y="4091314"/>
            <a:ext cx="83004" cy="83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CCE6C551-6D72-4D0F-92DE-B5CB541C3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3189" y="4091314"/>
            <a:ext cx="83004" cy="83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A540303E-6EA0-4B3F-92E0-5711AC322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3242" y="4091314"/>
            <a:ext cx="83004" cy="83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C2B00B4D-701A-480E-8317-00C8E999F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3294" y="4091314"/>
            <a:ext cx="83004" cy="83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10DEDC93-C8B9-4A39-9D8A-65F670DFC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3347" y="4091314"/>
            <a:ext cx="83004" cy="83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A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9A19B37E-ACE1-43F8-9D4E-E78187EF1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3399" y="4091314"/>
            <a:ext cx="83004" cy="83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282152DE-128A-47F1-9A87-36A2BA5B2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452" y="4091314"/>
            <a:ext cx="83004" cy="83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EC10F963-64E0-436E-8ECE-2C97AE008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3504" y="4091314"/>
            <a:ext cx="83004" cy="83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F26E81D7-6F55-4ED5-BAE4-A9961D382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557" y="4091314"/>
            <a:ext cx="83004" cy="83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C0A773F5-E0ED-430D-9E39-488123DB1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3609" y="4091314"/>
            <a:ext cx="83004" cy="83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D22224E5-B9E9-4965-997C-96F9EDF4E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3662" y="4091314"/>
            <a:ext cx="83004" cy="83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2CCA7956-5B89-4DDF-BE5A-FFA816D9C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3714" y="4091314"/>
            <a:ext cx="83004" cy="83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2E37AD06-1702-48BD-A6B9-1461B199A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3767" y="4091314"/>
            <a:ext cx="83004" cy="83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91E7794F-8D1C-4649-9FBD-D3C59BAAC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479" y="4695212"/>
            <a:ext cx="93889" cy="938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B9C6201D-B251-4C64-A7E4-0FAB1DC0A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7139" y="4695212"/>
            <a:ext cx="93889" cy="938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8F0BB546-2A07-4BAF-87A0-1C93FC8B7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8799" y="4695212"/>
            <a:ext cx="93889" cy="938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BE601D1A-8FB4-4808-AC92-A182DD470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0459" y="4695212"/>
            <a:ext cx="93889" cy="938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F0245765-9B0B-4C2D-A6A8-527FC248E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2120" y="4695212"/>
            <a:ext cx="93889" cy="938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96545C60-3039-4047-8158-DD82D24CF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3780" y="4695212"/>
            <a:ext cx="93889" cy="938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5C25CAF8-FBA2-4FAB-8650-3C595A08F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5440" y="4695212"/>
            <a:ext cx="93889" cy="938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A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2C8FB7BE-B427-4D55-904A-32F66AB5C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7100" y="4695212"/>
            <a:ext cx="93889" cy="938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7B12FD1D-3BD7-4BD3-A284-60074FEBA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8760" y="4695212"/>
            <a:ext cx="93889" cy="938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E94F5A38-8D9F-4465-B233-23D06D08B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0421" y="4695212"/>
            <a:ext cx="93889" cy="938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6EED2416-008C-4F53-B7BD-D30E9B7C9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2081" y="4695212"/>
            <a:ext cx="93889" cy="938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608D9CAD-FE3D-4040-AC0E-59FF95AE0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741" y="4695212"/>
            <a:ext cx="93889" cy="938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0A360746-FD54-4F11-A223-D8402E104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5401" y="4695212"/>
            <a:ext cx="93889" cy="938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2BAEF873-BEA6-459A-A90C-B4D39A6CC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7061" y="4695212"/>
            <a:ext cx="93889" cy="938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046D5C33-D627-4615-9EE8-DFD617DBA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8722" y="4695212"/>
            <a:ext cx="93889" cy="938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1E802440-9F0F-4051-AB85-1250A6381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0382" y="4695212"/>
            <a:ext cx="93889" cy="938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867FDE4D-BB82-4595-9E44-28E15AD2C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978" y="5357813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61CA3F7F-1637-4E0C-95BF-12CD6A1F6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246" y="5357813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E46EB07D-F67F-4039-B5F9-C1F84146D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4514" y="5357813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38B41B6C-49E8-472E-BEA3-50E322C62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7782" y="5357813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ECCA8439-1740-4E9F-BA2A-4DF2F52C3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1050" y="5357813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14D4A1FE-4C47-4647-AAC1-1B9D88C95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4318" y="5357813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A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0E460193-568E-42E4-95DE-1DD700513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7586" y="5357813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7BF3DC2A-88A3-4CC1-A6D8-BC6E69B9C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0854" y="5357813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ED96685E-6357-44AE-9111-A8A088975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4121" y="5357813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33762730-2BDD-4ABD-8F6E-100B2A2A3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7389" y="5357813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4F17F2F2-962A-4337-A1E5-C9595D64E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0657" y="5357813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43E59F52-5B05-45CA-8796-082A90AAC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3925" y="5357813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2F6F9FFF-8F19-4C55-8DFE-CE1260013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7193" y="5357813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09A0ECF5-7889-4175-ACEB-69C2700A1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0461" y="5357813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EE7F9224-0E53-41D8-9805-7897F15A1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3729" y="5357813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B5E4A07B-87F3-4965-9CC7-5EA78BAC9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6997" y="5357813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94E4B99E-769D-499B-944B-6F43CE311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104900"/>
            <a:ext cx="70485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MORE USERS. MORE SYSTEMS.</a:t>
            </a:r>
          </a:p>
          <a:p xmlns:a="http://schemas.openxmlformats.org/drawingml/2006/main">
            <a:pPr algn="ctr"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MORE CONSTRAINTS. MORE DECISIONS.</a:t>
            </a:r>
          </a:p>
        </p:txBody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82E5841A-8548-4DD8-A4BE-6A6C903C9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266950"/>
            <a:ext cx="704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0">
                <a:solidFill>
                  <a:srgbClr val="777772"/>
                </a:solidFill>
              </a:defRPr>
            </a:pPr>
            <a:r>
              <a:rPr sz="2100" b="0">
                <a:solidFill>
                  <a:srgbClr val="777772"/>
                </a:solidFill>
              </a:rPr>
              <a:t>Still one experience.</a:t>
            </a:r>
          </a:p>
        </p:txBody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389D7359-42DD-42E3-895F-C215D4F11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343400"/>
            <a:ext cx="7067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111"/>
                </a:solidFill>
              </a:defRPr>
            </a:pPr>
            <a:r>
              <a:rPr sz="1050" b="1">
                <a:solidFill>
                  <a:srgbClr val="111111"/>
                </a:solidFill>
              </a:rPr>
              <a:t>PRODUCT  ·  EXPERIENCE  ·  ART DIRECTION  ·  MOTION  ·  3D  ·  ENGINEERING</a:t>
            </a:r>
          </a:p>
        </p:txBody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80ADF3B7-5336-4A5D-B192-FF738118B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934075"/>
            <a:ext cx="84772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DBDB8"/>
            </a:solidFill>
            <a:prstDash val="solid"/>
          </a:ln>
        </p:spPr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C61A653A-B659-4791-B83E-56D69FD68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6057900"/>
            <a:ext cx="4019550" cy="257175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9E9E9"/>
          </a:solidFill>
          <a:ln xmlns:a="http://schemas.openxmlformats.org/drawingml/2006/main" w="9525">
            <a:solidFill>
              <a:srgbClr val="BDBDB8"/>
            </a:solidFill>
            <a:prstDash val="solid"/>
          </a:ln>
        </p:spPr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3B863D15-CDFB-4814-A503-CAF51F716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6057900"/>
            <a:ext cx="990600" cy="257175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AC0CB559-0921-4F18-AB53-04F96B430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6105525"/>
            <a:ext cx="1809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111111"/>
                </a:solidFill>
              </a:defRPr>
            </a:pPr>
            <a:r>
              <a:rPr sz="675" b="0">
                <a:solidFill>
                  <a:srgbClr val="111111"/>
                </a:solidFill>
              </a:rPr>
              <a:t>Home       Portfolio</a:t>
            </a:r>
          </a:p>
        </p:txBody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49B00212-C30C-4035-A0AD-4088E72F8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6105525"/>
            <a:ext cx="990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</a:defRPr>
            </a:pPr>
            <a:r>
              <a:rPr sz="675" b="1">
                <a:solidFill>
                  <a:srgbClr val="FFFFFF"/>
                </a:solidFill>
              </a:rPr>
              <a:t>About Me</a:t>
            </a:r>
          </a:p>
        </p:txBody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7485B5AE-397D-4038-ACFD-EA7077C0C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6105525"/>
            <a:ext cx="781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111111"/>
                </a:solidFill>
              </a:defRPr>
            </a:pPr>
            <a:r>
              <a:rPr sz="675" b="0">
                <a:solidFill>
                  <a:srgbClr val="111111"/>
                </a:solidFill>
              </a:rPr>
              <a:t>Contact</a:t>
            </a:r>
          </a:p>
        </p:txBody>
      </p:sp>
    </p:spTree>
    <p:extLst>
      <p:ext uri="{BB962C8B-B14F-4D97-AF65-F5344CB8AC3E}">
        <p14:creationId xmlns:p14="http://schemas.microsoft.com/office/powerpoint/2010/main" val="602697737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E9E9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D74208A-0A63-444C-AC22-3C9CBD7DB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00050"/>
            <a:ext cx="8782050" cy="6057900"/>
          </a:xfrm>
          <a:prstGeom xmlns:a="http://schemas.openxmlformats.org/drawingml/2006/main" prst="roundRect">
            <a:avLst>
              <a:gd name="adj" fmla="val 2516"/>
            </a:avLst>
          </a:prstGeom>
          <a:solidFill xmlns:a="http://schemas.openxmlformats.org/drawingml/2006/main">
            <a:srgbClr val="E9E9E9"/>
          </a:solidFill>
          <a:ln xmlns:a="http://schemas.openxmlformats.org/drawingml/2006/main" w="9525">
            <a:solidFill>
              <a:srgbClr val="BDBDB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8971F4-6FA4-4C20-9EA2-B3FEB911C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66750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77772"/>
                </a:solidFill>
              </a:defRPr>
            </a:pPr>
            <a:r>
              <a:rPr sz="825" b="1">
                <a:solidFill>
                  <a:srgbClr val="777772"/>
                </a:solidFill>
              </a:rPr>
              <a:t>ABOUT ME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413037-4C85-4A8B-AA32-111E7982E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45720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59A00"/>
                </a:solidFill>
              </a:defRPr>
            </a:pPr>
            <a:r>
              <a:rPr sz="900" b="1">
                <a:solidFill>
                  <a:srgbClr val="F59A00"/>
                </a:solidFill>
              </a:rPr>
              <a:t>TRANSFORM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D58EB8-4831-475A-9CE6-65B68FD3C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7810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07 / 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E8913B-CA70-40DC-9350-29B630019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1333500"/>
            <a:ext cx="23622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Perfect stillness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3BD694-8DB5-4D1B-9E85-ACD64F23B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400300"/>
            <a:ext cx="23622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77772"/>
                </a:solidFill>
              </a:defRPr>
            </a:pPr>
            <a:r>
              <a:rPr sz="1125" b="0">
                <a:solidFill>
                  <a:srgbClr val="777772"/>
                </a:solidFill>
              </a:rPr>
              <a:t>All color and motion drain from the grid to make the limitation visible.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58313C-C2D9-4846-938C-CB7E61A14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60007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59A00"/>
                </a:solidFill>
              </a:defRPr>
            </a:pPr>
            <a:r>
              <a:rPr sz="825" b="1">
                <a:solidFill>
                  <a:srgbClr val="F59A00"/>
                </a:solidFill>
              </a:rPr>
              <a:t>SCROLL ↓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1A5917-7A64-4ECB-A8A8-9E43BEBE3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0483" y="2252663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9BA344-36FB-411D-B474-DEA8DD590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2497" y="2252663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5DE0E3-C075-4440-AECB-F76112B8A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4511" y="2252663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ECB4EE-92A0-46B9-956A-CC6318A97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6525" y="2252663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49D8B6-C028-4078-9113-347659F5F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8539" y="2252663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7BC263-4BEF-41F7-AFE8-6E44E6FF9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0553" y="2252663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368197-C88F-4B4A-BC5D-BDAAF17DA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2567" y="2252663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0F1A3B-F846-49AA-92D4-0D355642D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4581" y="2252663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5C7B614-E26A-42A8-AA87-0F9F9B883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6595" y="2252663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0402B2A-25B3-4316-8054-4E309ADA7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8609" y="2252663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AADA861-FAA6-41BB-AD77-93C356C8F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0623" y="2252663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A1D230B-A6E7-4039-87BB-2B1D3764C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2637" y="2252663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B3FEC01-6741-432F-B6C9-5FAC10B78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4651" y="2252663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4EAE8D7-0DA9-4101-8E6B-6B290D36A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6665" y="2252663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E72E24B-F76C-4D81-9656-B6FA622FC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8679" y="2252663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C1D5FCD-105B-475A-ADE4-5E97DB00B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0693" y="2252663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EE98DA2-4F99-4B52-8DB8-B69A81ED9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2982" y="2401204"/>
            <a:ext cx="39461" cy="394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45DBC9B-5717-48EE-9AE4-B73518EFA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6604" y="2401204"/>
            <a:ext cx="39461" cy="394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F925227-F4BB-4654-B696-92D734E3A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0225" y="2401204"/>
            <a:ext cx="39461" cy="394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4C947E6-4907-46B3-9C4F-DF58EF9B1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3847" y="2401204"/>
            <a:ext cx="39461" cy="394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73F3BB9-F4A6-4397-AE42-81BFE3CE3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7469" y="2401204"/>
            <a:ext cx="39461" cy="394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DAFF392-32DA-4101-9F74-EBB535777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1090" y="2401204"/>
            <a:ext cx="39461" cy="394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B25F360-55E5-45AC-B8E6-7A121503D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4712" y="2401204"/>
            <a:ext cx="39461" cy="394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D3CE9E9-56E7-4F7C-9B63-611D4FF0D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8334" y="2401204"/>
            <a:ext cx="39461" cy="394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502984D-2FFC-41CC-9083-C5E0E22C5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955" y="2401204"/>
            <a:ext cx="39461" cy="394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D6A1CCC-A4B1-4165-85CA-18164BE74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5577" y="2401204"/>
            <a:ext cx="39461" cy="394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D533142-53E9-41EC-A5F0-49A1632A6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9199" y="2401204"/>
            <a:ext cx="39461" cy="394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97139F0-B97D-4150-91A1-969B20F13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2821" y="2401204"/>
            <a:ext cx="39461" cy="394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CB63E12-FAC6-47E7-A10D-A372E7079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442" y="2401204"/>
            <a:ext cx="39461" cy="394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917DE85-C8CA-471C-8FE4-BC7745DF8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0064" y="2401204"/>
            <a:ext cx="39461" cy="394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9CB6C9E-2A1D-42CE-ABDA-41A6F6AF0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3686" y="2401204"/>
            <a:ext cx="39461" cy="394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589D842-6F8B-4F58-9DB5-169E76FDD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7307" y="2401204"/>
            <a:ext cx="39461" cy="394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FF22367-4034-4E2F-A226-6CB8F4CC4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5481" y="2692670"/>
            <a:ext cx="50346" cy="5034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8DE0610-D44E-4804-93B2-DBBD0D029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0711" y="2692670"/>
            <a:ext cx="50346" cy="5034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0DD9DE6-33DA-4FFB-AA70-ECDE29280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5940" y="2692670"/>
            <a:ext cx="50346" cy="5034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F87F754-D589-4386-80DE-01C432033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1169" y="2692670"/>
            <a:ext cx="50346" cy="5034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0BC36B2-EF2F-4A91-9695-BBA615F83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6399" y="2692670"/>
            <a:ext cx="50346" cy="5034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CB834E2-2BAF-4C25-9703-3B1E38823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1628" y="2692670"/>
            <a:ext cx="50346" cy="5034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DDBAB9D-D494-4C4E-AC6F-6C9671BAF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6858" y="2692670"/>
            <a:ext cx="50346" cy="5034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214D9F1-3292-4B55-9459-BB96FF288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87" y="2692670"/>
            <a:ext cx="50346" cy="5034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B00F20F-EF7D-43F0-BACD-062B04DA9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7316" y="2692670"/>
            <a:ext cx="50346" cy="5034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720D0DD-932F-40D2-8885-5326A1C2E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2546" y="2692670"/>
            <a:ext cx="50346" cy="5034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737A55C-BDCE-45BC-B4B9-E32DD033C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7775" y="2692670"/>
            <a:ext cx="50346" cy="5034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7C00D96-9038-4116-A7EF-483B7281B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3005" y="2692670"/>
            <a:ext cx="50346" cy="5034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BCF08CE-21DA-4460-B762-5093430D2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8234" y="2692670"/>
            <a:ext cx="50346" cy="5034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593D61F1-70C9-47DB-A28F-814564E76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3463" y="2692670"/>
            <a:ext cx="50346" cy="5034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0BB4FE84-663B-4A39-AFDB-E0532656F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8693" y="2692670"/>
            <a:ext cx="50346" cy="5034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A4C0B740-DE7E-4D0B-9662-3C1A9CBC7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3922" y="2692670"/>
            <a:ext cx="50346" cy="5034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07BAE1F9-F2DF-4E1C-9358-547B417EB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981" y="3081642"/>
            <a:ext cx="61232" cy="612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77BE0B26-3B63-4D2F-B7F5-441413B9D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4818" y="3081642"/>
            <a:ext cx="61232" cy="612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69669519-22C0-4B36-9C83-2D946BCDC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1655" y="3081642"/>
            <a:ext cx="61232" cy="612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A0D902C2-9E80-4D7C-8E35-C867F1C2C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8492" y="3081642"/>
            <a:ext cx="61232" cy="612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3505379A-CF67-49E5-8418-F6A2ADF62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5329" y="3081642"/>
            <a:ext cx="61232" cy="612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569227C2-2AAE-431E-A3BB-9077791FC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2166" y="3081642"/>
            <a:ext cx="61232" cy="612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10CE370E-B93F-40F5-BA57-7C2787FFA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9003" y="3081642"/>
            <a:ext cx="61232" cy="612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369954B4-CD32-47B4-B899-2511497C9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5840" y="3081642"/>
            <a:ext cx="61232" cy="612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4152212F-6738-4F94-8735-7530D34B8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2677" y="3081642"/>
            <a:ext cx="61232" cy="612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5983E859-A265-475E-8D23-DD15FD397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9515" y="3081642"/>
            <a:ext cx="61232" cy="612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0A7C3B32-F846-464C-BD01-D14EBB25A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6352" y="3081642"/>
            <a:ext cx="61232" cy="612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1DCB3D31-8A32-47AB-BA48-62C53585D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3189" y="3081642"/>
            <a:ext cx="61232" cy="612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F4BBB40C-C31D-4763-87A9-B6576BEFE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0026" y="3081642"/>
            <a:ext cx="61232" cy="612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AC03E5F5-EB1A-40B4-985E-64D3E4E4A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6863" y="3081642"/>
            <a:ext cx="61232" cy="612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6F381658-41CD-4020-B067-B57426883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3700" y="3081642"/>
            <a:ext cx="61232" cy="612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24963EDF-128F-4697-BC42-71D08FAF6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0537" y="3081642"/>
            <a:ext cx="61232" cy="612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AAC52AFA-1EC8-4152-A961-0D0A8B465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480" y="3551183"/>
            <a:ext cx="72118" cy="721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402E452D-CDD3-4A96-9D44-543CEB75D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8925" y="3551183"/>
            <a:ext cx="72118" cy="721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9DAE829B-6ECC-4904-A5B7-5891C3ED9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7370" y="3551183"/>
            <a:ext cx="72118" cy="721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46688E1F-E677-4967-98A8-5A685B7B6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5814" y="3551183"/>
            <a:ext cx="72118" cy="721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5808C005-C6BF-4CE9-B64C-0EE0A4131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4259" y="3551183"/>
            <a:ext cx="72118" cy="721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8FD78681-6A60-4FD9-A8F4-E2423AF8A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2704" y="3551183"/>
            <a:ext cx="72118" cy="721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92B51326-B1E3-4D8F-8B4D-CC430DAA8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1149" y="3551183"/>
            <a:ext cx="72118" cy="721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12F69542-D883-43A1-8657-8B302FD2D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9594" y="3551183"/>
            <a:ext cx="72118" cy="721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09F4721F-7BD6-479C-AAF2-E71E9F609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8038" y="3551183"/>
            <a:ext cx="72118" cy="721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51BA61D0-C183-4BF1-8AA6-FFD5C1B6B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6483" y="3551183"/>
            <a:ext cx="72118" cy="721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D77CE6CA-C09D-40BA-8B8E-871B6F1C7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4928" y="3551183"/>
            <a:ext cx="72118" cy="721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A81EC134-2CBD-4F1C-BEC8-BD85D1E54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3373" y="3551183"/>
            <a:ext cx="72118" cy="721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395D1636-57AC-4DCA-B844-ECA4426AA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1818" y="3551183"/>
            <a:ext cx="72118" cy="721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88CB3A1B-5FD4-429D-A053-67D7805F3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0262" y="3551183"/>
            <a:ext cx="72118" cy="721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28D45CB8-0A46-4734-AD91-BB2AD4D59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8707" y="3551183"/>
            <a:ext cx="72118" cy="721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1D319AF8-ACCA-4EF1-8634-D169266A9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7152" y="3551183"/>
            <a:ext cx="72118" cy="721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BBA1B610-D91B-405B-BF59-7CCBE2503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2979" y="4091314"/>
            <a:ext cx="83004" cy="83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22769DD1-8B9B-47AF-B2EB-4164D1FF1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032" y="4091314"/>
            <a:ext cx="83004" cy="83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38342FB7-A833-40E7-8C25-48E759EA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3084" y="4091314"/>
            <a:ext cx="83004" cy="83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CCB9CFA6-EF6B-45AA-8B06-04F2A1652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3137" y="4091314"/>
            <a:ext cx="83004" cy="83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0617BE03-8C46-47B7-90ED-9B4AB86CA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3189" y="4091314"/>
            <a:ext cx="83004" cy="83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334269BC-DD92-4C18-8ABF-B2941E569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3242" y="4091314"/>
            <a:ext cx="83004" cy="83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EC2DE4BE-5C67-4A44-AA3E-E5039AE53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3294" y="4091314"/>
            <a:ext cx="83004" cy="83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3FD923DC-C68D-4ADC-B563-25B54F1D2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3347" y="4091314"/>
            <a:ext cx="83004" cy="83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4663A1EA-4BA7-490A-9EAB-0EDA53232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3399" y="4091314"/>
            <a:ext cx="83004" cy="83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4920A908-1B9D-4B8B-95D6-9BA1DD8A7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452" y="4091314"/>
            <a:ext cx="83004" cy="83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6BCD6CA4-BA26-4C00-A9C3-180FAB1C8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3504" y="4091314"/>
            <a:ext cx="83004" cy="83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41B1517B-1B75-47FB-80F3-E55DDA6B3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557" y="4091314"/>
            <a:ext cx="83004" cy="83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E912508B-BBAA-4CA2-908A-F2D46D3AF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3609" y="4091314"/>
            <a:ext cx="83004" cy="83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168975E5-2122-460D-AD78-A105C87D1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3662" y="4091314"/>
            <a:ext cx="83004" cy="83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75F50913-C9D1-46D6-A4B4-30078586C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3714" y="4091314"/>
            <a:ext cx="83004" cy="83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4147DCB0-E388-49A4-9CD1-53D2AC7BD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3767" y="4091314"/>
            <a:ext cx="83004" cy="83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82CF3CBF-C947-4276-95E0-EBEA24FB8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479" y="4695212"/>
            <a:ext cx="93889" cy="938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5203F1D5-C7CC-486B-8A62-693D4E480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7139" y="4695212"/>
            <a:ext cx="93889" cy="938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392B53FE-36BF-4D83-A0FA-129A7BE52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8799" y="4695212"/>
            <a:ext cx="93889" cy="938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28829087-50EA-4B32-B768-3ED9D7FEF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0459" y="4695212"/>
            <a:ext cx="93889" cy="938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5F3FEC44-24F5-40A7-9F3A-AB6685C70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2120" y="4695212"/>
            <a:ext cx="93889" cy="938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1D8ADB96-D1E9-41C7-9D30-D263A27D0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3780" y="4695212"/>
            <a:ext cx="93889" cy="938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D7B9C33C-B1F1-4300-A407-940889472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5440" y="4695212"/>
            <a:ext cx="93889" cy="938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C4650CCE-045C-4F61-99DA-0104B96A9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7100" y="4695212"/>
            <a:ext cx="93889" cy="938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F9B9BEDC-F3FA-418E-ADAA-8E2BC1DD7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8760" y="4695212"/>
            <a:ext cx="93889" cy="938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C62A4946-569E-4622-887D-77BC75B2D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0421" y="4695212"/>
            <a:ext cx="93889" cy="938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5391DFA0-5720-47A1-A4D1-EC4C22A63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2081" y="4695212"/>
            <a:ext cx="93889" cy="938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71A382E2-ECF2-4798-AB39-2CDBCDCBF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741" y="4695212"/>
            <a:ext cx="93889" cy="938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C5E225B2-BF53-41E9-BD88-EF10A11A9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5401" y="4695212"/>
            <a:ext cx="93889" cy="938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1791D8FD-4268-4215-9458-43BABD157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7061" y="4695212"/>
            <a:ext cx="93889" cy="938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78F31859-1F84-48B7-8013-1BD498CCD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8722" y="4695212"/>
            <a:ext cx="93889" cy="938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B5A2EA0D-3148-425C-BC5D-379AFB476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0382" y="4695212"/>
            <a:ext cx="93889" cy="938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4859E60B-F0B7-4DCB-A0A7-479F5709D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978" y="5357813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4D831753-80CD-412B-A434-FEBA179C4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246" y="5357813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A025605F-28D4-4433-BB04-8743AC44E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4514" y="5357813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84FE3EC1-87EB-4AFC-8F45-58A2BE512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7782" y="5357813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86ED8E95-F066-4689-B46A-5CEFC4D78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1050" y="5357813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578662C1-A469-46DD-BD9F-978ECC10D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4318" y="5357813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BC3B36D2-444B-40B5-B0F7-8F4832178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7586" y="5357813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2E10860B-38EB-4846-B07F-E1F262D87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0854" y="5357813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ED3C765F-FBE7-482B-9E66-5B1B8206A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4121" y="5357813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6E7BAC38-AB7D-4332-9947-88B24E7A1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7389" y="5357813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707CEBC6-CC7E-4702-8320-7601A6D3F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0657" y="5357813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B4AF5C91-21B2-4D8E-A113-71B1A12E0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3925" y="5357813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B878CB93-19B8-446A-8169-61ABBE033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7193" y="5357813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317AB285-CD0B-41CC-83E2-039C8AB63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0461" y="5357813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CDD02BDB-FB25-4EA3-B161-4B320536B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3729" y="5357813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25C724F4-89CE-41A5-ADBA-20CB82ECC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6997" y="5357813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E271FA30-2438-47B2-ADFD-B44824BD3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181100"/>
            <a:ext cx="68389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75" b="1">
                <a:solidFill>
                  <a:srgbClr val="111111"/>
                </a:solidFill>
              </a:defRPr>
            </a:pPr>
            <a:r>
              <a:rPr sz="3375" b="1">
                <a:solidFill>
                  <a:srgbClr val="111111"/>
                </a:solidFill>
              </a:rPr>
              <a:t>FIND THE STRUCTURE.</a:t>
            </a:r>
          </a:p>
          <a:p xmlns:a="http://schemas.openxmlformats.org/drawingml/2006/main">
            <a:pPr algn="ctr">
              <a:defRPr sz="3375" b="1">
                <a:solidFill>
                  <a:srgbClr val="111111"/>
                </a:solidFill>
              </a:defRPr>
            </a:pPr>
            <a:r>
              <a:rPr sz="3375" b="1">
                <a:solidFill>
                  <a:srgbClr val="111111"/>
                </a:solidFill>
              </a:rPr>
              <a:t>MAKE IT USABLE.</a:t>
            </a:r>
          </a:p>
        </p:txBody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73E205DF-8232-4CC5-B920-773095429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514600"/>
            <a:ext cx="6838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777772"/>
                </a:solidFill>
              </a:defRPr>
            </a:pPr>
            <a:r>
              <a:rPr sz="1800" b="0">
                <a:solidFill>
                  <a:srgbClr val="777772"/>
                </a:solidFill>
              </a:rPr>
              <a:t>A perfect grid can still feel lifeless.</a:t>
            </a:r>
          </a:p>
        </p:txBody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1DEFD027-97BB-4DE6-944C-322BB7FC7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934075"/>
            <a:ext cx="84772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DBDB8"/>
            </a:solidFill>
            <a:prstDash val="solid"/>
          </a:ln>
        </p:spPr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2162CB29-0601-44B9-9D0B-B575E3ED9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6057900"/>
            <a:ext cx="4019550" cy="257175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9E9E9"/>
          </a:solidFill>
          <a:ln xmlns:a="http://schemas.openxmlformats.org/drawingml/2006/main" w="9525">
            <a:solidFill>
              <a:srgbClr val="BDBDB8"/>
            </a:solidFill>
            <a:prstDash val="solid"/>
          </a:ln>
        </p:spPr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777D1FDA-8C3E-4DFF-94F9-D52261D17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6057900"/>
            <a:ext cx="990600" cy="257175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2745E670-D8D0-416B-BE8C-B27F40932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6105525"/>
            <a:ext cx="1809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111111"/>
                </a:solidFill>
              </a:defRPr>
            </a:pPr>
            <a:r>
              <a:rPr sz="675" b="0">
                <a:solidFill>
                  <a:srgbClr val="111111"/>
                </a:solidFill>
              </a:rPr>
              <a:t>Home       Portfolio</a:t>
            </a:r>
          </a:p>
        </p:txBody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21AAB952-6297-4D6F-9398-9B9B08FE4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6105525"/>
            <a:ext cx="990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</a:defRPr>
            </a:pPr>
            <a:r>
              <a:rPr sz="675" b="1">
                <a:solidFill>
                  <a:srgbClr val="FFFFFF"/>
                </a:solidFill>
              </a:rPr>
              <a:t>About Me</a:t>
            </a:r>
          </a:p>
        </p:txBody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0B89705C-071C-4BFF-876A-4DE68483F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6105525"/>
            <a:ext cx="781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111111"/>
                </a:solidFill>
              </a:defRPr>
            </a:pPr>
            <a:r>
              <a:rPr sz="675" b="0">
                <a:solidFill>
                  <a:srgbClr val="111111"/>
                </a:solidFill>
              </a:rPr>
              <a:t>Contact</a:t>
            </a:r>
          </a:p>
        </p:txBody>
      </p:sp>
    </p:spTree>
    <p:extLst>
      <p:ext uri="{BB962C8B-B14F-4D97-AF65-F5344CB8AC3E}">
        <p14:creationId xmlns:p14="http://schemas.microsoft.com/office/powerpoint/2010/main" val="713554821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E9E9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C8297E5-FAA8-4EA8-BA70-F2131570C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00050"/>
            <a:ext cx="8782050" cy="6057900"/>
          </a:xfrm>
          <a:prstGeom xmlns:a="http://schemas.openxmlformats.org/drawingml/2006/main" prst="roundRect">
            <a:avLst>
              <a:gd name="adj" fmla="val 2516"/>
            </a:avLst>
          </a:prstGeom>
          <a:solidFill xmlns:a="http://schemas.openxmlformats.org/drawingml/2006/main">
            <a:srgbClr val="E9E9E9"/>
          </a:solidFill>
          <a:ln xmlns:a="http://schemas.openxmlformats.org/drawingml/2006/main" w="9525">
            <a:solidFill>
              <a:srgbClr val="BDBDB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DADB70-6010-4E49-95CB-F330ED484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66750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77772"/>
                </a:solidFill>
              </a:defRPr>
            </a:pPr>
            <a:r>
              <a:rPr sz="825" b="1">
                <a:solidFill>
                  <a:srgbClr val="777772"/>
                </a:solidFill>
              </a:rPr>
              <a:t>ABOUT ME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37C14F-1C60-4D03-A375-EA6BC52FE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45720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59A00"/>
                </a:solidFill>
              </a:defRPr>
            </a:pPr>
            <a:r>
              <a:rPr sz="900" b="1">
                <a:solidFill>
                  <a:srgbClr val="F59A00"/>
                </a:solidFill>
              </a:rPr>
              <a:t>TRANSFORM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C1D2E4-430F-458A-A4AF-9D7731036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7810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08 / 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6336F9-31AC-4AD7-BA2C-B810DAE85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1333500"/>
            <a:ext cx="23622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Pulse and release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F7845F-F84F-4A32-820A-3B69BDF87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400300"/>
            <a:ext cx="23622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77772"/>
                </a:solidFill>
              </a:defRPr>
            </a:pPr>
            <a:r>
              <a:rPr sz="1125" b="0">
                <a:solidFill>
                  <a:srgbClr val="777772"/>
                </a:solidFill>
              </a:rPr>
              <a:t>One point reanimates the system; the wave and artefacts carry the closing thought.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6B35FC-87EF-4F54-9825-5EB930301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60007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59A00"/>
                </a:solidFill>
              </a:defRPr>
            </a:pPr>
            <a:r>
              <a:rPr sz="825" b="1">
                <a:solidFill>
                  <a:srgbClr val="F59A00"/>
                </a:solidFill>
              </a:rPr>
              <a:t>SCROLL ↓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9D36CE-3792-4A41-B641-B711D4028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0483" y="2252663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A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719050-AEDF-4182-9B30-B1DC89A0E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2497" y="2274800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6C443D-E662-4820-9F8A-94C69E68A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4511" y="2288697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7E46C4-88C5-4A74-AACF-DA1D68469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6525" y="2289180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15FFCE-F988-430A-8D5D-75222E495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4961" y="2272492"/>
            <a:ext cx="35731" cy="3573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20F112-7972-4271-BB33-1811B4FF5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1530" y="2235224"/>
            <a:ext cx="66620" cy="666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A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1DB347-B52C-4202-BAE1-67271EE96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1798" y="2201065"/>
            <a:ext cx="90112" cy="9011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828C43D-819F-4A32-9697-F8A7D0C2F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7327" y="2179920"/>
            <a:ext cx="103083" cy="10308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68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DAEE6DB-F90F-4899-A7A8-2555BE5EF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9341" y="2178471"/>
            <a:ext cx="103083" cy="10308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A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DA88123-C5F2-426D-8A73-3105D8835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7840" y="2197257"/>
            <a:ext cx="90112" cy="9011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1008915-1EE0-4CCC-9CE5-052D28F29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1600" y="2230474"/>
            <a:ext cx="66620" cy="666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68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9726025-7EBE-49C6-B3B0-DAA82C15C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9059" y="2268569"/>
            <a:ext cx="35731" cy="3573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214A3F6-5E67-48E9-B887-B86DA8B88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4651" y="228754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A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04F5799-54E1-490F-8C46-DC1726D3E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6665" y="2289957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501EC16-CA34-4456-84B6-567090E5B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8679" y="2278487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45531BC-BA96-421B-BCBE-D5A2C471E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0693" y="225740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11136C8-903A-4AB1-9B60-F8C215C4A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2982" y="2432622"/>
            <a:ext cx="39461" cy="394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45816D5-9F91-4AE6-9492-B15E65C49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6604" y="2461838"/>
            <a:ext cx="39461" cy="394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D3DF76C-DA8E-4C6F-B0D1-4BF42ADE7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0225" y="2468484"/>
            <a:ext cx="39461" cy="394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374CEEF-6A69-43C7-8547-64799130C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3847" y="2450085"/>
            <a:ext cx="39461" cy="394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E717404-AA3D-4CB8-B131-BB36E8682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8446" y="2394469"/>
            <a:ext cx="77505" cy="7750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A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F25841D-CF4D-46EB-94A6-E5DE8DD70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3837" y="2335069"/>
            <a:ext cx="113968" cy="11396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E07ABBE-1E8A-4192-896B-FD6E255FF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531" y="2317725"/>
            <a:ext cx="87823" cy="8782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68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0401D27-1CF9-49BD-90FA-49A524C39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2867" y="2318096"/>
            <a:ext cx="70394" cy="7039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CDDD989-0499-423F-A530-9E39B8B45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6489" y="2334931"/>
            <a:ext cx="70394" cy="7039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A49E3F4-8E24-4D67-A029-1DB66764E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1396" y="2361964"/>
            <a:ext cx="87823" cy="8782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68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EE2E701-DA12-49F7-899E-9C6662D45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1945" y="2390245"/>
            <a:ext cx="113968" cy="11396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A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F2393FE-60AE-445D-85ED-97449C562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3798" y="2440042"/>
            <a:ext cx="77505" cy="7750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616A0BE-BAEC-4BEA-920A-192C4D105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442" y="2469092"/>
            <a:ext cx="39461" cy="394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887BF36-7F51-4EB2-AE38-073FFDB5D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0064" y="2453848"/>
            <a:ext cx="39461" cy="394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4D13964-1702-495F-8530-8D2604C86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3686" y="2419009"/>
            <a:ext cx="39461" cy="394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D3F620A-095D-4E0F-819F-964F70DE3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7307" y="2377541"/>
            <a:ext cx="39461" cy="394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144864E-93FF-48BF-9C82-C7F21DE3E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5481" y="2772927"/>
            <a:ext cx="50346" cy="5034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CF91A2B-74C5-43C6-8644-AD354B5D9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0711" y="2790637"/>
            <a:ext cx="50346" cy="5034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A9187C0-4495-47E6-9B15-7AFE5EFDE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5940" y="2771879"/>
            <a:ext cx="50346" cy="5034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E475DC5-CFAD-4078-BBD3-C4E027E13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2678" y="2715145"/>
            <a:ext cx="67329" cy="6732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F5FD64D-FB0E-47ED-878A-C7E02C5C1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5630" y="2633098"/>
            <a:ext cx="111883" cy="11188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76B14E5-C1B1-4E53-82A5-741728DCE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7447" y="2590637"/>
            <a:ext cx="98708" cy="987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68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93ACA8A-F341-48CB-80B7-335BE03B3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1587" y="2589480"/>
            <a:ext cx="60887" cy="6088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C45A775-0549-4D45-908C-705E52CCC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87" y="2611131"/>
            <a:ext cx="50346" cy="5034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8F6EFF9-B44D-41AD-BD83-D1E4834DC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7316" y="2657865"/>
            <a:ext cx="50346" cy="5034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60B0DA8-3CA9-4634-9A4E-5EE0DB958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7276" y="2712284"/>
            <a:ext cx="60887" cy="6088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766518B-B8DE-464F-B438-72AA43DD8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3594" y="2743800"/>
            <a:ext cx="98708" cy="987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58B950A-767E-44B0-BBDE-0B67E1C0F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2236" y="2759605"/>
            <a:ext cx="111883" cy="11188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68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4ACD8F0-1B18-449C-9B84-C498D5EAA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9743" y="2767905"/>
            <a:ext cx="67329" cy="6732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CEA3ED53-0E6A-4EE2-AB43-8671B8063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3463" y="2731252"/>
            <a:ext cx="50346" cy="5034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9AD55EC3-20A5-4652-BD07-8E08AEC32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8693" y="2671747"/>
            <a:ext cx="50346" cy="5034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09E3524E-7B77-4C04-B93A-6CB0ACF95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3922" y="2620029"/>
            <a:ext cx="50346" cy="5034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005068F6-933E-4C4F-843F-B04231A09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981" y="3208456"/>
            <a:ext cx="61232" cy="612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1C298E1B-DBAB-4B3A-A8B0-B01AF8506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4818" y="3194546"/>
            <a:ext cx="61232" cy="612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70998714-3298-49F7-8C51-048CD3B12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1655" y="3138608"/>
            <a:ext cx="61232" cy="612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609B7848-96DE-4360-ACD3-47A23540F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4864" y="3047837"/>
            <a:ext cx="88488" cy="8848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282AD4FC-5223-4A74-9C5E-13C94ABC7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8075" y="2954578"/>
            <a:ext cx="135740" cy="1357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68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1EBB735B-A0DC-4A6C-B468-D27C728FC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6700" y="2940164"/>
            <a:ext cx="92165" cy="9216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1B7E3E48-643B-4CD8-A34A-442032F1C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9003" y="2966336"/>
            <a:ext cx="61232" cy="612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931B16E5-CC82-4827-B735-C88470A08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5840" y="3019963"/>
            <a:ext cx="61232" cy="612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09D2F931-BC8F-484C-A59F-ED120480E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2677" y="3096549"/>
            <a:ext cx="61232" cy="612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7539D797-8314-4685-B271-D6D5FD6EE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9515" y="3167587"/>
            <a:ext cx="61232" cy="612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A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D45E535E-E08B-4BF4-9D83-817F2BC71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885" y="3191165"/>
            <a:ext cx="92165" cy="9216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CDBF5E12-84FF-4151-B674-719CA412A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5935" y="3161896"/>
            <a:ext cx="135740" cy="1357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A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960CC457-6E74-419E-A2A9-4D6ACA37A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6398" y="3134299"/>
            <a:ext cx="88488" cy="8848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55C08FAC-523E-4060-914C-E98F1E6CA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6863" y="3072029"/>
            <a:ext cx="61232" cy="612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169F4255-BA15-4F28-8F2B-1E5BD96B0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3700" y="2999710"/>
            <a:ext cx="61232" cy="612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7B1268DD-30B8-406B-AA3A-D18A6558C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0537" y="2957889"/>
            <a:ext cx="61232" cy="612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68214AF3-FB49-433D-87BB-E483A60BC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480" y="3699499"/>
            <a:ext cx="72118" cy="721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B51EBF09-5357-45A4-A993-6F1E16760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8925" y="3640515"/>
            <a:ext cx="72118" cy="721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37966F69-19D2-448F-AFFB-135226103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7370" y="3548278"/>
            <a:ext cx="72118" cy="721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D4D90B78-2493-42A3-85A2-477C731A4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2186" y="3443494"/>
            <a:ext cx="99374" cy="9937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5DB553C8-2FB7-44DE-946F-CE172A7D2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7005" y="3363726"/>
            <a:ext cx="146626" cy="14662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A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45E84A68-54C0-4D65-9A73-5E9D6D11E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7238" y="3385283"/>
            <a:ext cx="103051" cy="10305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BE2A1990-756E-42DA-AD64-B3E6972E6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1149" y="3456517"/>
            <a:ext cx="72118" cy="721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1593ACF7-4520-466C-B08B-E38B0D5DC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9594" y="3547524"/>
            <a:ext cx="72118" cy="721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CC3E770E-CA77-4DC2-9DC2-206226956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8038" y="3639892"/>
            <a:ext cx="72118" cy="721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A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65200EF2-82A4-4EB0-8D66-85C8101C9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6483" y="3699240"/>
            <a:ext cx="72118" cy="721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475677E2-5202-491F-9573-3917B6870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9462" y="3688007"/>
            <a:ext cx="103051" cy="10305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5CE1FFE8-7A45-43E3-9C4A-C22E1BEBA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6119" y="3613765"/>
            <a:ext cx="146626" cy="14662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D236D764-3240-45EA-BCD6-FDEC82388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8190" y="3547772"/>
            <a:ext cx="99374" cy="9937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C8BBD9D9-B976-4A89-B591-470711944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0262" y="3467979"/>
            <a:ext cx="72118" cy="721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43F751EA-AE83-475B-98BF-00BB4B5B3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8707" y="3405529"/>
            <a:ext cx="72118" cy="721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1BED222E-4233-4725-B9BD-5B02B0043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7152" y="3397298"/>
            <a:ext cx="72118" cy="721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77D768A5-313E-40FB-9CFE-666FA59F8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2979" y="4218152"/>
            <a:ext cx="83004" cy="83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415113B2-6639-422C-9E9D-F7F7512D6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032" y="4114091"/>
            <a:ext cx="83004" cy="83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D346E111-ED7D-4E75-A9FC-196499AF8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3084" y="4001551"/>
            <a:ext cx="83004" cy="83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5EE156FD-173B-4ECF-8B36-45526BD53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4646" y="3913934"/>
            <a:ext cx="99986" cy="9998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C8E6FCDF-FEBC-4FA2-98CD-D48B785B9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2421" y="3875399"/>
            <a:ext cx="144540" cy="1445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89D0C0F3-0B82-4B2B-B9DD-0D037926E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9061" y="3934648"/>
            <a:ext cx="131366" cy="13136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68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34059F10-0B5E-40CC-A3C9-8E0158F21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024" y="4055537"/>
            <a:ext cx="93544" cy="935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8054C554-B03F-4D7A-A79E-029B95F67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3347" y="4174142"/>
            <a:ext cx="83004" cy="83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A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7F9D97CF-DB24-46A5-BB69-D646A2971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3399" y="4256644"/>
            <a:ext cx="83004" cy="83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BA8C3EF8-AF36-44B3-A8B3-F97643C32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8182" y="4272334"/>
            <a:ext cx="93544" cy="935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240673AE-1892-405A-A352-5AAA5E406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9323" y="4205037"/>
            <a:ext cx="131366" cy="13136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83985617-BE26-442B-8031-FEE78AABC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2789" y="4098731"/>
            <a:ext cx="144540" cy="1445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68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DCBBA748-D660-4423-8154-5202D8C6A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5118" y="4007075"/>
            <a:ext cx="99986" cy="9998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2C017BDE-1C8E-42A6-BF4A-C5346ECBF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3662" y="3929829"/>
            <a:ext cx="83004" cy="83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A513BFEE-866D-4963-8078-9049EE3F6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3714" y="3904205"/>
            <a:ext cx="83004" cy="83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28A5D9D7-7CC9-40A0-A260-DC976BA12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3767" y="3948230"/>
            <a:ext cx="83004" cy="83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4F75FC52-7B4D-432B-80D9-FC54AE88E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479" y="4751517"/>
            <a:ext cx="93889" cy="938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EDAB4060-D5EF-42B4-A2EA-412B6BD15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7139" y="4618841"/>
            <a:ext cx="93889" cy="938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DB1C1DD5-BF6F-405B-B168-56430836D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8799" y="4514594"/>
            <a:ext cx="93889" cy="938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625A5399-0E89-446E-988C-39271BCF2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0459" y="4477580"/>
            <a:ext cx="93889" cy="938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4D0DF405-96EC-4CC3-BA79-9CBF7BADF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3097" y="4502556"/>
            <a:ext cx="131934" cy="13193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68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5CF6EDB4-847E-484D-A02F-07415DA93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6526" y="4592957"/>
            <a:ext cx="168397" cy="16839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A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738CF626-E0C1-49CB-9E24-2DAD53A67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1259" y="4738858"/>
            <a:ext cx="142251" cy="14225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C914DC2C-0113-49BF-A037-3DA6E6925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1634" y="4855152"/>
            <a:ext cx="124822" cy="12482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62F4096F-ABAC-45C7-AECA-118F83A14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3294" y="4897438"/>
            <a:ext cx="124822" cy="12482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B984D880-FE90-49DA-A709-11FC905B2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6240" y="4849975"/>
            <a:ext cx="142251" cy="14225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2949C548-D5C9-4620-AB5B-98883AA40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4827" y="4731543"/>
            <a:ext cx="168397" cy="16839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68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A9FDD7B8-EE9B-4929-9803-97EF3130B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719" y="4617023"/>
            <a:ext cx="131934" cy="13193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A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A1302388-3A79-4302-A155-DB1B49D90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5401" y="4525319"/>
            <a:ext cx="93889" cy="938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12A1B118-69FE-4968-B202-6EE3EB253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7061" y="4477833"/>
            <a:ext cx="93889" cy="938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A6CF12BF-1436-4EBB-B055-B70FAC62D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8722" y="4511266"/>
            <a:ext cx="93889" cy="938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4ED9D1DA-E1B5-47AE-A789-FF67F02F9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0382" y="4613171"/>
            <a:ext cx="93889" cy="938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BDC27BA5-0EF1-43C3-ACB3-FE7F6A55D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978" y="5304153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25F64712-E942-4C24-8C86-E2B7C0D4A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246" y="517366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B4250EF2-BA52-46AC-AC1C-70D8D3D9D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4514" y="51117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94A11B3C-87A9-4251-B0C9-80E466351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7782" y="5141389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DDFC18A2-F71F-4B6E-91F7-D18B69CA8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7472" y="5248038"/>
            <a:ext cx="111931" cy="11193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D5C6696B-7691-48B0-825C-0816A730E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5295" y="5382351"/>
            <a:ext cx="142820" cy="1428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32FAB343-86A6-448D-B257-8A35B6DD3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6817" y="5504147"/>
            <a:ext cx="166312" cy="16631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68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FC091A53-89E2-4A54-BC79-E26454952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3600" y="5565279"/>
            <a:ext cx="179283" cy="17928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A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5A8CB246-D85F-4CB2-A729-E3D96C36E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6868" y="5541800"/>
            <a:ext cx="179283" cy="17928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B18912D5-A84E-4CF6-8CB9-E707718A9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6621" y="5442452"/>
            <a:ext cx="166312" cy="16631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68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6003B98B-D8C1-441B-939F-3650AD02E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1635" y="5305404"/>
            <a:ext cx="142820" cy="1428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A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444BBAEB-DEA0-49CA-B977-A9C5104D7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0347" y="5184483"/>
            <a:ext cx="111931" cy="11193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A1C1E585-F669-40CB-A427-024661E11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7193" y="5114884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05F61300-FDCA-4639-BA8A-7D725EF6A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0461" y="513213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7F73717D-293C-4880-ADCF-112012D50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3729" y="5233393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47EF3866-0CC2-46AF-9DEA-E0E5285BD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6997" y="5380966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B6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3FEB10AF-FF7D-466A-B7A3-F84717F5A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3262313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0D7B57B6-AD73-4238-A6C1-160D79003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047750"/>
            <a:ext cx="3429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75" b="1">
                <a:solidFill>
                  <a:srgbClr val="F59A00"/>
                </a:solidFill>
              </a:defRPr>
            </a:pPr>
            <a:r>
              <a:rPr sz="3675" b="1">
                <a:solidFill>
                  <a:srgbClr val="F59A00"/>
                </a:solidFill>
              </a:rPr>
              <a:t>GIVE IT</a:t>
            </a:r>
          </a:p>
          <a:p xmlns:a="http://schemas.openxmlformats.org/drawingml/2006/main">
            <a:pPr algn="l">
              <a:defRPr sz="3675" b="1">
                <a:solidFill>
                  <a:srgbClr val="F59A00"/>
                </a:solidFill>
              </a:defRPr>
            </a:pPr>
            <a:r>
              <a:rPr sz="3675" b="1">
                <a:solidFill>
                  <a:srgbClr val="F59A00"/>
                </a:solidFill>
              </a:rPr>
              <a:t>CHARACTER.</a:t>
            </a:r>
          </a:p>
        </p:txBody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6FA9F672-B991-4C56-8CDD-9FB45001C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314700"/>
            <a:ext cx="5334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</a:defRPr>
            </a:pPr>
            <a:r>
              <a:rPr sz="1725" b="0">
                <a:solidFill>
                  <a:srgbClr val="111111"/>
                </a:solidFill>
              </a:rPr>
              <a:t>I want to keep making digital experiences with depth, clarity and a pulse—</a:t>
            </a:r>
          </a:p>
          <a:p xmlns:a="http://schemas.openxmlformats.org/drawingml/2006/main">
            <a:pPr algn="l">
              <a:defRPr sz="1725" b="0">
                <a:solidFill>
                  <a:srgbClr val="111111"/>
                </a:solidFill>
              </a:defRPr>
            </a:pPr>
            <a:r>
              <a:rPr sz="1725" b="0">
                <a:solidFill>
                  <a:srgbClr val="111111"/>
                </a:solidFill>
              </a:rPr>
              <a:t>experiences that make sense and still leave room for curiosity.</a:t>
            </a:r>
          </a:p>
        </p:txBody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DE9087F6-9B23-4FA7-9CEA-0FDDAE903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60000">
            <a:off x="7229475" y="1733550"/>
            <a:ext cx="933450" cy="1352550"/>
          </a:xfrm>
          <a:prstGeom xmlns:a="http://schemas.openxmlformats.org/drawingml/2006/main" prst="roundRect">
            <a:avLst>
              <a:gd name="adj" fmla="val 204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DBDB8"/>
            </a:solidFill>
            <a:prstDash val="solid"/>
          </a:ln>
        </p:spPr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A3E0B5F9-A7CB-4AE7-B381-6A583F1A0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2262" y="1920612"/>
            <a:ext cx="44976" cy="4497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25C5F25A-D3BC-4E8F-AB36-E7827F6A8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3727" y="1910627"/>
            <a:ext cx="64946" cy="6494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08479817-FA31-40A7-AB2F-715D30EB2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3585" y="1907585"/>
            <a:ext cx="71029" cy="7102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A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F628641E-26AA-40A0-A062-5253F9245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1573" y="2108063"/>
            <a:ext cx="43453" cy="4345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A10E4E56-C5D6-4F82-9B1F-CE847D30A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2765" y="2107805"/>
            <a:ext cx="43970" cy="439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F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B4FE439B-A05F-41E8-9273-63F05D7F8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9993" y="2103583"/>
            <a:ext cx="52413" cy="5241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A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5E94A855-DC43-4A9A-A629-7F2DF19D5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3105" y="2103795"/>
            <a:ext cx="51989" cy="519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A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D3C73BD1-9B5E-4DF0-BAD5-7D0A66C88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2498" y="2295678"/>
            <a:ext cx="41604" cy="416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DDC4F017-4736-4AD0-8B51-CCF51DA3C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783" y="2278513"/>
            <a:ext cx="75934" cy="7593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51BE6A20-7F08-4B76-B096-9B85D8044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8240" y="2288520"/>
            <a:ext cx="55919" cy="5591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A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2433F2BD-0183-40BB-AC01-FEFBBC216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3435" y="2292265"/>
            <a:ext cx="48431" cy="4843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25CE7D18-58CF-4FEB-AA45-0AD6CF3E7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890" y="2477310"/>
            <a:ext cx="51719" cy="5171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68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CF62EE39-52CF-40CD-878E-2FE84F5CD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9417" y="2466387"/>
            <a:ext cx="73565" cy="7356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528039EB-05E2-42B2-ADF3-2AFC16E10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9099" y="2473169"/>
            <a:ext cx="60002" cy="6000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68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0F406670-F39F-455A-A1CB-CE7409B6A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7660" y="2662770"/>
            <a:ext cx="54180" cy="541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68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CA1E45B3-80E0-40E9-8A84-D54D269BF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633" y="2651843"/>
            <a:ext cx="76033" cy="7603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4B16A078-3E40-48A3-846D-837CB75C3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3580" y="2654340"/>
            <a:ext cx="71039" cy="7103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68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D5C931F8-069E-4F60-A00B-2D461153A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622" y="2838872"/>
            <a:ext cx="75357" cy="7535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0A40DE9B-59CA-4FAB-B660-723CB8AF4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271" y="2848071"/>
            <a:ext cx="56959" cy="569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F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9" name="">
            <a:extLst xmlns:a="http://schemas.openxmlformats.org/drawingml/2006/main">
              <a:ext uri="{FF2B5EF4-FFF2-40B4-BE49-F238E27FC236}">
                <a16:creationId xmlns:a16="http://schemas.microsoft.com/office/drawing/2014/main" id="{D8374FD2-C431-41EF-BC59-2E03B6E6F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0199" y="2850549"/>
            <a:ext cx="52003" cy="5200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68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F45794AE-08BC-46F4-A29D-EE7EE2A26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4068" y="2852968"/>
            <a:ext cx="47164" cy="4716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A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1" name="">
            <a:extLst xmlns:a="http://schemas.openxmlformats.org/drawingml/2006/main">
              <a:ext uri="{FF2B5EF4-FFF2-40B4-BE49-F238E27FC236}">
                <a16:creationId xmlns:a16="http://schemas.microsoft.com/office/drawing/2014/main" id="{8AAFA35B-3B6A-48EE-8C27-2002F4648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934075"/>
            <a:ext cx="84772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DBDB8"/>
            </a:solidFill>
            <a:prstDash val="solid"/>
          </a:ln>
        </p:spPr>
      </p:sp>
      <p:sp>
        <p:nvSpPr>
          <p:cNvPr id="162" name="">
            <a:extLst xmlns:a="http://schemas.openxmlformats.org/drawingml/2006/main">
              <a:ext uri="{FF2B5EF4-FFF2-40B4-BE49-F238E27FC236}">
                <a16:creationId xmlns:a16="http://schemas.microsoft.com/office/drawing/2014/main" id="{7F81A1F5-7982-427F-B012-1D8BCDD96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6057900"/>
            <a:ext cx="4019550" cy="257175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9E9E9"/>
          </a:solidFill>
          <a:ln xmlns:a="http://schemas.openxmlformats.org/drawingml/2006/main" w="9525">
            <a:solidFill>
              <a:srgbClr val="BDBDB8"/>
            </a:solidFill>
            <a:prstDash val="solid"/>
          </a:ln>
        </p:spPr>
      </p:sp>
      <p:sp>
        <p:nvSp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E3338E19-9F9D-48B1-9272-B3D878E3B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6057900"/>
            <a:ext cx="990600" cy="257175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164" name="">
            <a:extLst xmlns:a="http://schemas.openxmlformats.org/drawingml/2006/main">
              <a:ext uri="{FF2B5EF4-FFF2-40B4-BE49-F238E27FC236}">
                <a16:creationId xmlns:a16="http://schemas.microsoft.com/office/drawing/2014/main" id="{DAD20175-5E56-40B6-8370-E3DE865DD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6105525"/>
            <a:ext cx="1809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111111"/>
                </a:solidFill>
              </a:defRPr>
            </a:pPr>
            <a:r>
              <a:rPr sz="675" b="0">
                <a:solidFill>
                  <a:srgbClr val="111111"/>
                </a:solidFill>
              </a:rPr>
              <a:t>Home       Portfolio</a:t>
            </a:r>
          </a:p>
        </p:txBody>
      </p:sp>
      <p:sp>
        <p:nvSpPr>
          <p:cNvPr id="165" name="">
            <a:extLst xmlns:a="http://schemas.openxmlformats.org/drawingml/2006/main">
              <a:ext uri="{FF2B5EF4-FFF2-40B4-BE49-F238E27FC236}">
                <a16:creationId xmlns:a16="http://schemas.microsoft.com/office/drawing/2014/main" id="{41B16C6C-E519-4CDC-9EBD-5DB1D7216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6105525"/>
            <a:ext cx="990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</a:defRPr>
            </a:pPr>
            <a:r>
              <a:rPr sz="675" b="1">
                <a:solidFill>
                  <a:srgbClr val="FFFFFF"/>
                </a:solidFill>
              </a:rPr>
              <a:t>About Me</a:t>
            </a:r>
          </a:p>
        </p:txBody>
      </p:sp>
      <p:sp>
        <p:nvSpPr>
          <p:cNvPr id="166" name="">
            <a:extLst xmlns:a="http://schemas.openxmlformats.org/drawingml/2006/main">
              <a:ext uri="{FF2B5EF4-FFF2-40B4-BE49-F238E27FC236}">
                <a16:creationId xmlns:a16="http://schemas.microsoft.com/office/drawing/2014/main" id="{BDB56A41-10A1-4FEB-AB8C-063521E41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6105525"/>
            <a:ext cx="781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111111"/>
                </a:solidFill>
              </a:defRPr>
            </a:pPr>
            <a:r>
              <a:rPr sz="675" b="0">
                <a:solidFill>
                  <a:srgbClr val="111111"/>
                </a:solidFill>
              </a:rPr>
              <a:t>Contact</a:t>
            </a:r>
          </a:p>
        </p:txBody>
      </p:sp>
    </p:spTree>
    <p:extLst>
      <p:ext uri="{BB962C8B-B14F-4D97-AF65-F5344CB8AC3E}">
        <p14:creationId xmlns:p14="http://schemas.microsoft.com/office/powerpoint/2010/main" val="2131948011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E9E9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AFCAB42-0099-45CF-8B33-59C5C2128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6250"/>
            <a:ext cx="685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Recommended synthesis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EC08C6-6261-4AB5-88DE-68FE62CEA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38250"/>
            <a:ext cx="10287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111"/>
                </a:solidFill>
              </a:defRPr>
            </a:pPr>
            <a:r>
              <a:rPr sz="2550" b="1">
                <a:solidFill>
                  <a:srgbClr val="111111"/>
                </a:solidFill>
              </a:rPr>
              <a:t>Use TRAVERSE as the spine. Borrow the breathing room from INTERCUT and the state logic from TRANSFORM.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9D94D3-E20A-40A9-A106-C4466EF48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8956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68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615352-AC22-4287-9154-07BA55CA1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575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968C7"/>
                </a:solidFill>
              </a:defRPr>
            </a:pPr>
            <a:r>
              <a:rPr sz="1650" b="1">
                <a:solidFill>
                  <a:srgbClr val="0968C7"/>
                </a:solidFill>
              </a:rPr>
              <a:t>TRAVERSE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73DE7A-899A-4332-8489-3B5E406E2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85750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Camera journey and spatial headline moments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67C2EF-1849-495C-8EC9-B70D564F5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909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A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D568D7-853D-4DAB-AE51-C51119B21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528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7A64"/>
                </a:solidFill>
              </a:defRPr>
            </a:pPr>
            <a:r>
              <a:rPr sz="1650" b="1">
                <a:solidFill>
                  <a:srgbClr val="007A64"/>
                </a:solidFill>
              </a:rPr>
              <a:t>INTERCUT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9DA778-169A-4E95-BE82-BFC39F645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75285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Quiet prose, embedded animations and readable salience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F3529A-0123-4F9A-B6C4-6112171AD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6863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9F847C-944F-4535-B4DE-C074169F0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6482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59A00"/>
                </a:solidFill>
              </a:defRPr>
            </a:pPr>
            <a:r>
              <a:rPr sz="1650" b="1">
                <a:solidFill>
                  <a:srgbClr val="F59A00"/>
                </a:solidFill>
              </a:rPr>
              <a:t>TRANSFORM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D8E543-ADD6-4B27-921B-D7F459140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464820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Cloud → grid → pulse → wave as one material argument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9D5C97-3828-47C5-8BDC-A911FB5C1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867400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777772"/>
                </a:solidFill>
              </a:defRPr>
            </a:pPr>
            <a:r>
              <a:rPr sz="1500" b="1">
                <a:solidFill>
                  <a:srgbClr val="777772"/>
                </a:solidFill>
              </a:rPr>
              <a:t>Next: choose one opening, then storyboard the combined route at full-page scale.</a:t>
            </a:r>
          </a:p>
        </p:txBody>
      </p:sp>
    </p:spTree>
    <p:extLst>
      <p:ext uri="{BB962C8B-B14F-4D97-AF65-F5344CB8AC3E}">
        <p14:creationId xmlns:p14="http://schemas.microsoft.com/office/powerpoint/2010/main" val="177857830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2026-07-12T20:32:09.7840000Z</dcterms:created>
  <dcterms:modified xsi:type="dcterms:W3CDTF">2026-07-12T20:32:09.7840000Z</dcterms:modified>
</coreProperties>
</file>