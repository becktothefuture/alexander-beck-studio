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56deb4c0954f55" /><Relationship Type="http://schemas.openxmlformats.org/officeDocument/2006/relationships/extended-properties" Target="/docProps/app.xml" Id="R0a532bf11cc64ec4" /><Relationship Type="http://schemas.openxmlformats.org/officeDocument/2006/relationships/officeDocument" Target="/ppt/presentation.xml" Id="R2757fe76ea9143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0045d7a7114fbd"/>
  </p:sldMasterIdLst>
  <p:notesMasterIdLst>
    <p:notesMasterId xmlns:r="http://schemas.openxmlformats.org/officeDocument/2006/relationships" r:id="R8dcba31c2b5a4c03"/>
  </p:notesMasterIdLst>
  <p:sldIdLst>
    <p:sldId xmlns:r="http://schemas.openxmlformats.org/officeDocument/2006/relationships" id="256" r:id="R7f9b9a8fe9d742e1"/>
    <p:sldId xmlns:r="http://schemas.openxmlformats.org/officeDocument/2006/relationships" id="257" r:id="R5cdc934584dc4b17"/>
    <p:sldId xmlns:r="http://schemas.openxmlformats.org/officeDocument/2006/relationships" id="258" r:id="R39df64f48fdd4a5e"/>
    <p:sldId xmlns:r="http://schemas.openxmlformats.org/officeDocument/2006/relationships" id="259" r:id="R50350065ebc14d0c"/>
    <p:sldId xmlns:r="http://schemas.openxmlformats.org/officeDocument/2006/relationships" id="260" r:id="Re7cc7720ce8a4330"/>
    <p:sldId xmlns:r="http://schemas.openxmlformats.org/officeDocument/2006/relationships" id="261" r:id="R0563a6e57f6d4e29"/>
    <p:sldId xmlns:r="http://schemas.openxmlformats.org/officeDocument/2006/relationships" id="262" r:id="R43c2e3da32344411"/>
    <p:sldId xmlns:r="http://schemas.openxmlformats.org/officeDocument/2006/relationships" id="263" r:id="Rc24f557e2eae43fc"/>
    <p:sldId xmlns:r="http://schemas.openxmlformats.org/officeDocument/2006/relationships" id="264" r:id="Rdd6876ee212c4b57"/>
    <p:sldId xmlns:r="http://schemas.openxmlformats.org/officeDocument/2006/relationships" id="265" r:id="R7eca252b01164987"/>
    <p:sldId xmlns:r="http://schemas.openxmlformats.org/officeDocument/2006/relationships" id="266" r:id="Rb29411e23bde4c1a"/>
    <p:sldId xmlns:r="http://schemas.openxmlformats.org/officeDocument/2006/relationships" id="267" r:id="Ra525b94d2d8a41b2"/>
    <p:sldId xmlns:r="http://schemas.openxmlformats.org/officeDocument/2006/relationships" id="268" r:id="R50b831a3118a47de"/>
    <p:sldId xmlns:r="http://schemas.openxmlformats.org/officeDocument/2006/relationships" id="269" r:id="R61ea02f2eb444b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cba04bd8a44f6e" /><Relationship Type="http://schemas.openxmlformats.org/officeDocument/2006/relationships/slideMaster" Target="/ppt/slideMasters/slideMaster1.xml" Id="R740045d7a7114fbd" /><Relationship Type="http://schemas.openxmlformats.org/officeDocument/2006/relationships/notesMaster" Target="/ppt/notesMasters/notesMaster1.xml" Id="R8dcba31c2b5a4c03" /><Relationship Type="http://schemas.openxmlformats.org/officeDocument/2006/relationships/presProps" Target="/ppt/presProps.xml" Id="R3ffbd7cb20964650" /><Relationship Type="http://schemas.openxmlformats.org/officeDocument/2006/relationships/tableStyles" Target="/ppt/tableStyles.xml" Id="R81a8237330dd4622" /><Relationship Type="http://schemas.openxmlformats.org/officeDocument/2006/relationships/slide" Target="/ppt/slides/slide1.xml" Id="R7f9b9a8fe9d742e1" /><Relationship Type="http://schemas.openxmlformats.org/officeDocument/2006/relationships/slide" Target="/ppt/slides/slide2.xml" Id="R5cdc934584dc4b17" /><Relationship Type="http://schemas.openxmlformats.org/officeDocument/2006/relationships/slide" Target="/ppt/slides/slide3.xml" Id="R39df64f48fdd4a5e" /><Relationship Type="http://schemas.openxmlformats.org/officeDocument/2006/relationships/slide" Target="/ppt/slides/slide4.xml" Id="R50350065ebc14d0c" /><Relationship Type="http://schemas.openxmlformats.org/officeDocument/2006/relationships/slide" Target="/ppt/slides/slide5.xml" Id="Re7cc7720ce8a4330" /><Relationship Type="http://schemas.openxmlformats.org/officeDocument/2006/relationships/slide" Target="/ppt/slides/slide6.xml" Id="R0563a6e57f6d4e29" /><Relationship Type="http://schemas.openxmlformats.org/officeDocument/2006/relationships/slide" Target="/ppt/slides/slide7.xml" Id="R43c2e3da32344411" /><Relationship Type="http://schemas.openxmlformats.org/officeDocument/2006/relationships/slide" Target="/ppt/slides/slide8.xml" Id="Rc24f557e2eae43fc" /><Relationship Type="http://schemas.openxmlformats.org/officeDocument/2006/relationships/slide" Target="/ppt/slides/slide9.xml" Id="Rdd6876ee212c4b57" /><Relationship Type="http://schemas.openxmlformats.org/officeDocument/2006/relationships/slide" Target="/ppt/slides/slide10.xml" Id="R7eca252b01164987" /><Relationship Type="http://schemas.openxmlformats.org/officeDocument/2006/relationships/slide" Target="/ppt/slides/slide11.xml" Id="Rb29411e23bde4c1a" /><Relationship Type="http://schemas.openxmlformats.org/officeDocument/2006/relationships/slide" Target="/ppt/slides/slide12.xml" Id="Ra525b94d2d8a41b2" /><Relationship Type="http://schemas.openxmlformats.org/officeDocument/2006/relationships/slide" Target="/ppt/slides/slide13.xml" Id="R50b831a3118a47de" /><Relationship Type="http://schemas.openxmlformats.org/officeDocument/2006/relationships/slide" Target="/ppt/slides/slide14.xml" Id="R61ea02f2eb444b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69276ecbb649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f2bc5b83cc44b9" /><Relationship Type="http://schemas.openxmlformats.org/officeDocument/2006/relationships/notesMaster" Target="/ppt/notesMasters/notesMaster1.xml" Id="Rf57e8ea1a82348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86972022f34d88" /><Relationship Type="http://schemas.openxmlformats.org/officeDocument/2006/relationships/notesMaster" Target="/ppt/notesMasters/notesMaster1.xml" Id="R97c5d1880fae46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ea7169d4e74a8d" /><Relationship Type="http://schemas.openxmlformats.org/officeDocument/2006/relationships/notesMaster" Target="/ppt/notesMasters/notesMaster1.xml" Id="R73c479dffd2d45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39e9791005433b" /><Relationship Type="http://schemas.openxmlformats.org/officeDocument/2006/relationships/notesMaster" Target="/ppt/notesMasters/notesMaster1.xml" Id="R9d6041b18a6845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b6792554f64e32" /><Relationship Type="http://schemas.openxmlformats.org/officeDocument/2006/relationships/notesMaster" Target="/ppt/notesMasters/notesMaster1.xml" Id="R0bb07717a91042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7791370c314c8e" /><Relationship Type="http://schemas.openxmlformats.org/officeDocument/2006/relationships/notesMaster" Target="/ppt/notesMasters/notesMaster1.xml" Id="R0b7da5db0f8845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e3733c10704d6a" /><Relationship Type="http://schemas.openxmlformats.org/officeDocument/2006/relationships/notesMaster" Target="/ppt/notesMasters/notesMaster1.xml" Id="Rcf58aa7c76b743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2a74235f094ab6" /><Relationship Type="http://schemas.openxmlformats.org/officeDocument/2006/relationships/notesMaster" Target="/ppt/notesMasters/notesMaster1.xml" Id="Rb46a67537cf844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6c270dcf504573" /><Relationship Type="http://schemas.openxmlformats.org/officeDocument/2006/relationships/notesMaster" Target="/ppt/notesMasters/notesMaster1.xml" Id="R9d7c3a414d3a41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9e93f8530940de" /><Relationship Type="http://schemas.openxmlformats.org/officeDocument/2006/relationships/notesMaster" Target="/ppt/notesMasters/notesMaster1.xml" Id="Rfd071151b81a4e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5842266a6b4bbe" /><Relationship Type="http://schemas.openxmlformats.org/officeDocument/2006/relationships/notesMaster" Target="/ppt/notesMasters/notesMaster1.xml" Id="Rf5884feda23245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3c82a1033240f4" /><Relationship Type="http://schemas.openxmlformats.org/officeDocument/2006/relationships/notesMaster" Target="/ppt/notesMasters/notesMaster1.xml" Id="R6b1887e9fe3c4d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4d935c907047e4" /><Relationship Type="http://schemas.openxmlformats.org/officeDocument/2006/relationships/notesMaster" Target="/ppt/notesMasters/notesMaster1.xml" Id="R110fc684a38147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787672a69f4cd2" /><Relationship Type="http://schemas.openxmlformats.org/officeDocument/2006/relationships/notesMaster" Target="/ppt/notesMasters/notesMaster1.xml" Id="Rf3727d65463e49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1ad095c864d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169e50b1846d9" /><Relationship Type="http://schemas.openxmlformats.org/officeDocument/2006/relationships/slideLayout" Target="/ppt/slideLayouts/slideLayout1.xml" Id="R7b72a4a533ea43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72a4a533ea43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aeaf03a3f4962" /><Relationship Type="http://schemas.openxmlformats.org/officeDocument/2006/relationships/notesSlide" Target="/ppt/notesSlides/notesSlide1.xml" Id="Rd5ee728a800544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56593759c4ed9" /><Relationship Type="http://schemas.openxmlformats.org/officeDocument/2006/relationships/notesSlide" Target="/ppt/notesSlides/notesSlide2.xml" Id="Rca264cfaee534a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4cfcbfa494b9b" /><Relationship Type="http://schemas.openxmlformats.org/officeDocument/2006/relationships/notesSlide" Target="/ppt/notesSlides/notesSlide3.xml" Id="R5d752131ee2443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901b6cf724007" /><Relationship Type="http://schemas.openxmlformats.org/officeDocument/2006/relationships/notesSlide" Target="/ppt/notesSlides/notesSlide4.xml" Id="R271507cb9d3342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557e276ec4d2a" /><Relationship Type="http://schemas.openxmlformats.org/officeDocument/2006/relationships/notesSlide" Target="/ppt/notesSlides/notesSlide5.xml" Id="R2bfbceac389e49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51c36814f4c8e" /><Relationship Type="http://schemas.openxmlformats.org/officeDocument/2006/relationships/notesSlide" Target="/ppt/notesSlides/notesSlide6.xml" Id="R3e22af9aa2ed41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3458dd948406a" /><Relationship Type="http://schemas.openxmlformats.org/officeDocument/2006/relationships/notesSlide" Target="/ppt/notesSlides/notesSlide7.xml" Id="R281bda4ef12e49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9e9fd10674d4a" /><Relationship Type="http://schemas.openxmlformats.org/officeDocument/2006/relationships/notesSlide" Target="/ppt/notesSlides/notesSlide8.xml" Id="R44db3c63e1b846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700416d844cb4" /><Relationship Type="http://schemas.openxmlformats.org/officeDocument/2006/relationships/notesSlide" Target="/ppt/notesSlides/notesSlide9.xml" Id="R36d38e03e1b741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d493dcfa048ac" /><Relationship Type="http://schemas.openxmlformats.org/officeDocument/2006/relationships/notesSlide" Target="/ppt/notesSlides/notesSlide10.xml" Id="Re053ccb06cc843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1e1979e4e4742" /><Relationship Type="http://schemas.openxmlformats.org/officeDocument/2006/relationships/notesSlide" Target="/ppt/notesSlides/notesSlide11.xml" Id="R4872c52d1e4341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30a2ae013402d" /><Relationship Type="http://schemas.openxmlformats.org/officeDocument/2006/relationships/notesSlide" Target="/ppt/notesSlides/notesSlide12.xml" Id="R4a6b7a5074fc49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578484e7f47e2" /><Relationship Type="http://schemas.openxmlformats.org/officeDocument/2006/relationships/notesSlide" Target="/ppt/notesSlides/notesSlide13.xml" Id="Rac6419b7cd3348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c2b6d37dc43fe" /><Relationship Type="http://schemas.openxmlformats.org/officeDocument/2006/relationships/notesSlide" Target="/ppt/notesSlides/notesSlide14.xml" Id="R35027409342c4f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87AF8C-7975-42DB-8EF4-C7359874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F000"/>
                </a:solidFill>
              </a:defRPr>
            </a:pPr>
            <a:r>
              <a:rPr sz="1125" b="1">
                <a:solidFill>
                  <a:srgbClr val="C9F000"/>
                </a:solidFill>
              </a:rPr>
              <a:t>ABOUT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67AF-3013-485D-A033-F63B1BC7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Scroll storyboard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66F46-9D49-4DFD-BAB0-67CDD78A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6B6B2"/>
                </a:solidFill>
              </a:defRPr>
            </a:pPr>
            <a:r>
              <a:rPr sz="2025" b="1">
                <a:solidFill>
                  <a:srgbClr val="B6B6B2"/>
                </a:solidFill>
              </a:rPr>
              <a:t>CLARITY WITHOUT FLATTENING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80C7E-7AA9-412B-AF4F-863C2CBE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6B6B2"/>
                </a:solidFill>
              </a:defRPr>
            </a:pPr>
            <a:r>
              <a:rPr sz="1500" b="0">
                <a:solidFill>
                  <a:srgbClr val="B6B6B2"/>
                </a:solidFill>
              </a:rPr>
              <a:t>Twelve indicative boards using the proposed page copy, dot states and typographic rhythm.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6592A-FFB8-4549-BC46-7A6BDE6A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837" y="3166910"/>
            <a:ext cx="52228" cy="522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F11F8-E3D7-4ADE-AC85-0240720D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521" y="3577840"/>
            <a:ext cx="27187" cy="271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51190-E7D4-4D31-BAE0-A791F5E2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294" y="3803308"/>
            <a:ext cx="38138" cy="381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4F975-0DCE-4A2C-9A5F-F3805B60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015" y="3557336"/>
            <a:ext cx="37243" cy="372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D097E-178C-420E-A5D3-05CAD811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029" y="3040478"/>
            <a:ext cx="44610" cy="44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9C809-69ED-4B87-B7B4-05922CA5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859" y="2660031"/>
            <a:ext cx="51865" cy="51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148B4-D51C-4C53-A112-A93BF0ED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203" y="2588654"/>
            <a:ext cx="42610" cy="42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C800D-6C71-4454-870E-7BFA2E52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297" y="2786716"/>
            <a:ext cx="39149" cy="39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A1B04-470C-46B7-9F2E-6F4E3118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216" y="3266207"/>
            <a:ext cx="43556" cy="435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ABEE2-876D-44A1-BF80-81FD1E3B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596" y="3771304"/>
            <a:ext cx="58683" cy="586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E99C5-FB2C-4C53-A20C-9A4CDF6D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013" y="4002623"/>
            <a:ext cx="50837" cy="508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B30C3-A617-4343-AE25-A585A60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963" y="3985560"/>
            <a:ext cx="46078" cy="460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976C1-5A47-460A-BF1E-D0C78F30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975" y="3825886"/>
            <a:ext cx="36124" cy="361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10AEE-6737-4516-BDED-F4D70989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713" y="3484698"/>
            <a:ext cx="50920" cy="50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8A013-B5C6-4212-95EF-18F43BD2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011" y="2983671"/>
            <a:ext cx="51622" cy="51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FF8F9-C299-409D-BE5B-EE10C738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1427" y="2537348"/>
            <a:ext cx="39163" cy="391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8270A-D6CE-48E5-9D47-27AD69ED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849" y="2328424"/>
            <a:ext cx="37713" cy="377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B6F5C-C073-48EA-9653-DD7CD2E7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548" y="2158743"/>
            <a:ext cx="48138" cy="481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476D49-EAD9-4A40-B38C-4486A3FF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10" y="2362554"/>
            <a:ext cx="45140" cy="451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7685E-52D0-4F1D-9B03-6D00FE4B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07" y="2691202"/>
            <a:ext cx="41723" cy="417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EB2F97-9311-4E83-93CB-713CB149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123" y="3160221"/>
            <a:ext cx="66333" cy="66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2CE7A-B1CE-426B-B91B-1F344B6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257" y="3603402"/>
            <a:ext cx="60459" cy="60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B27B57-4C18-4802-B158-F0A0EFAC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250" y="4023131"/>
            <a:ext cx="74364" cy="74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6822EE-15BD-4D94-87F8-B696B963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2" y="4296148"/>
            <a:ext cx="64951" cy="649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062738-1A5C-46DF-A772-4D00A486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799" y="4341874"/>
            <a:ext cx="591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9C1822-6B98-4D1F-B815-10CD1340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250" y="4437520"/>
            <a:ext cx="62301" cy="623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8C3BA5-AB88-4417-974D-09594960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686" y="4080430"/>
            <a:ext cx="55928" cy="55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476096-5E30-4974-BEB0-C8868AF1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995" y="3560597"/>
            <a:ext cx="53087" cy="53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AF43FC-5E7F-41AB-8032-6CBA5D70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338" y="3031944"/>
            <a:ext cx="68976" cy="689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6C2F0F-6A93-4245-AD48-4E40B029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563" y="2422872"/>
            <a:ext cx="74331" cy="743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236CA3-862A-4ADB-A3BB-44EAA48A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873" y="2082200"/>
            <a:ext cx="62102" cy="621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FE3850-A1E1-47EB-8926-E460936B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107" y="2038528"/>
            <a:ext cx="51091" cy="51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ED7B9A-84B7-4389-94BF-F6817863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885" y="1907569"/>
            <a:ext cx="57354" cy="573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469328-484F-4249-B51A-38B4CE89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026" y="1929213"/>
            <a:ext cx="71331" cy="713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D381F0-C7F9-4F36-822C-73C556CF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002" y="2435951"/>
            <a:ext cx="57211" cy="572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5C5B47-E4BF-42D1-B7DE-A0E87C91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6996" y="2613465"/>
            <a:ext cx="55354" cy="553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515D5D-9F91-4B81-8719-CF772F1A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794" y="3203564"/>
            <a:ext cx="96047" cy="960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BB426B-6698-4BB2-B2B7-435E6E99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462" y="3707099"/>
            <a:ext cx="97480" cy="97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1DF267-CA21-42BF-A00A-10DBD8D9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6594" y="4148070"/>
            <a:ext cx="98641" cy="98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354CFD-5B74-4AFA-AD84-D502EBB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853" y="4528128"/>
            <a:ext cx="71843" cy="718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8C3501-0C2C-40BC-A4E4-2F5A9679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653" y="4789159"/>
            <a:ext cx="79932" cy="79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C02BB6-8255-404B-BAA3-42F62371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869" y="4742731"/>
            <a:ext cx="93790" cy="93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C8017C-B13E-415E-AFE2-C8F207CA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446" y="4801427"/>
            <a:ext cx="78546" cy="785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E15EB7-2CB1-4429-ADA0-E6B92A77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371" y="4353652"/>
            <a:ext cx="86396" cy="863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1AF053-FAE8-46F0-BBC4-D7EE174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99" y="4048295"/>
            <a:ext cx="72521" cy="725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D1418B-A491-49D1-8D66-2C65EFB8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725" y="3603602"/>
            <a:ext cx="72128" cy="72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9995E7-12A4-416E-8DED-E62304F3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246" y="3040332"/>
            <a:ext cx="97904" cy="979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5BC91C-AFA5-44A7-BA5A-41302201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511" y="2453549"/>
            <a:ext cx="95883" cy="958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E2A128-CA19-46CC-A480-6B7978E0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6879" y="2034957"/>
            <a:ext cx="76242" cy="76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F9F4A3-AB04-4C98-8AA2-7F401BC1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883" y="1726061"/>
            <a:ext cx="85519" cy="855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37514B-E817-45BF-B1BF-AF16F7F1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626" y="1453201"/>
            <a:ext cx="93912" cy="93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E4E2A7-6B4A-49FC-A91A-EE642F1B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664" y="1374332"/>
            <a:ext cx="78501" cy="785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DF125B-E18B-4A50-9A38-D846F160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365" y="1430785"/>
            <a:ext cx="76023" cy="76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F93F65-93AC-4AD2-A586-F5312ABF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134" y="1872235"/>
            <a:ext cx="71712" cy="717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8F6D41-4E3A-4A61-93A6-DFFE5C68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899" y="2240637"/>
            <a:ext cx="83605" cy="836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ECA52C-0646-4239-9410-D55D7B1D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7148" y="4222640"/>
            <a:ext cx="107764" cy="107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A6D23A-356C-49E8-A1A5-8569034C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904" y="4623590"/>
            <a:ext cx="104950" cy="1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C47E91-8E4F-4DDA-8A9E-60AA36D4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624" y="5012569"/>
            <a:ext cx="122365" cy="1223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190BA7-5A4A-4D5F-BA7E-4B300FD2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493" y="5045065"/>
            <a:ext cx="99501" cy="995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659E545-C882-4F62-BA49-DD3EA364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491" y="4946629"/>
            <a:ext cx="106111" cy="1061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68A90F-9E72-41C2-9D07-C5759B8D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006" y="4854100"/>
            <a:ext cx="119322" cy="1193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29966D-5791-429D-8D40-434C535D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916" y="4868682"/>
            <a:ext cx="107183" cy="1071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CDC57A-46AD-479A-8410-8086972A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411" y="4760677"/>
            <a:ext cx="102965" cy="102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5204BE-68EF-4C00-BC5D-74F8CA0A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803" y="3973598"/>
            <a:ext cx="104591" cy="1045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5364F9-E8E3-49F5-9B8E-D99CFAF2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541" y="2353272"/>
            <a:ext cx="109364" cy="109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B94C47-9F2D-419A-8522-1E84BC6C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633" y="1789650"/>
            <a:ext cx="116011" cy="116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265D41-5D63-49E4-AC1F-3B3D3138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45" y="1592565"/>
            <a:ext cx="103208" cy="103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FF37ED-D1F7-44DE-8F8B-318F25CE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241" y="1019710"/>
            <a:ext cx="112694" cy="1126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A07F50-D70D-4D95-913F-A41F8F8B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153" y="944088"/>
            <a:ext cx="100405" cy="1004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064653-A143-452D-9474-3BBC8B61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920" y="1245864"/>
            <a:ext cx="117259" cy="1172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013AE7-C580-4ECA-9F64-4D3702C7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130" y="1023974"/>
            <a:ext cx="104334" cy="104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E1DE81-720B-4828-B1E7-8C0A5EA7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851" y="1354433"/>
            <a:ext cx="115459" cy="115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D099E62-2DA7-45B0-9950-BEC62C6F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501" y="1792159"/>
            <a:ext cx="101501" cy="1015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C39CA3C-3DB9-4665-9B40-278617A1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297" y="4822296"/>
            <a:ext cx="152268" cy="1522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794F258-B5E5-4005-9642-EFAD92C9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541" y="5232246"/>
            <a:ext cx="142636" cy="142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2921BCC-7093-489C-91F9-219405AD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620" y="5080715"/>
            <a:ext cx="150715" cy="1507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09A53BE-71AF-4576-914F-238241CB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732" y="5639248"/>
            <a:ext cx="134769" cy="1347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931536-B1AF-40E2-BC0C-E038BBDB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347" y="5399120"/>
            <a:ext cx="155146" cy="1551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339DC30-4098-4E71-A141-F193E0AC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8374" y="5701528"/>
            <a:ext cx="133356" cy="133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D07C69-3518-40EA-81AC-31B24D1D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328" y="5057726"/>
            <a:ext cx="137912" cy="137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E30995-3C55-4116-94DC-428E1DB8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603" y="4612270"/>
            <a:ext cx="149040" cy="149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17439C-985F-42A8-A621-2802DC40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796" y="3421793"/>
            <a:ext cx="150823" cy="150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1E48DD-D5CF-4669-ACDD-7DB05D34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992" y="2429980"/>
            <a:ext cx="139293" cy="139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1E9FF91-E427-48D6-A002-99D785C1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918" y="2129051"/>
            <a:ext cx="129220" cy="1292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F716E36-7382-423F-A67F-2E68820B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461" y="1589695"/>
            <a:ext cx="130152" cy="130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01278B0-F275-4BE2-B557-4E9D6D87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856" y="947557"/>
            <a:ext cx="138319" cy="1383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C2629B-9366-4DAD-9244-0AF2A96C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798" y="1066948"/>
            <a:ext cx="149401" cy="1494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69D995B-DFA6-4E9A-BF73-DC1CE097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40" y="1493241"/>
            <a:ext cx="143753" cy="1437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93D4C96-2DE9-49E5-9C6F-A0AA584D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43173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1E6B5AA-8691-478F-B08D-C1C0F05D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908" y="245387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D96877-9A1D-41D2-BC2A-11FC5695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203" y="24677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FB02401-6E51-40A2-B9B3-78AAE787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498" y="24682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51291BC-9A0C-4FBA-96D0-B44CB30E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793" y="245514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21AFDF3-3D4A-4DF4-B0FC-20D7120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243331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E4D63D6-A3A9-459E-BC04-84629170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383" y="241090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3278DC0-80E9-423B-A8BD-D7D2E909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678" y="239624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037779D-2FA1-4F3A-BDAB-7F482ACD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973" y="239479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660162-94AF-44DC-B293-96F677A2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268" y="240709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C38D66A-1F3E-4EE1-BA18-B83FEB6C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242856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E8C8D4-3B7C-40E8-8EF3-6D3536D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899" y="2651093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12540F2-74D8-4A1F-B032-B148F1B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867" y="2682452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7C0F45F-52D9-495D-A06D-D352D186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835" y="2689585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84E5444-A8C0-4FA8-93C2-28DE0A5C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802" y="2669837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4AD3DB3-A0E3-4197-B390-365F6755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770" y="2630559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90C2391-8678-4067-8ED8-D13C7D34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738" y="2586372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AB83508-EE07-4F70-B7D0-9C10BA3A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705" y="2553724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38238A6-00A0-434C-994E-E8CB475B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673" y="2544769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128F93C-B862-4C2D-87A1-F7109A15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640" y="2562839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7A892C3-A679-47CA-AB46-ED8F94B2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608" y="2601208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CB46B83-1A2E-4763-8FDF-F4B0A187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576" y="2645594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25370BA-EB79-454F-9986-4580159F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186" y="3069640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90A1E36-9C00-4CCA-9547-8776D16F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827" y="3089154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70EB429-5B98-481B-BFF9-46A3441E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467" y="3068485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9F2CE4A-9710-4098-AC10-A36282EE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107" y="301532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18D01CC-C811-435E-A727-AE4FB974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747" y="2949471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CFA8C8B-1471-4862-85E5-0A7851EE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388" y="2895427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EA55007-DEB4-41CC-B3FB-DFE87922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028" y="2873315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B58F851-F067-4667-8DD5-D7288F1D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668" y="2891365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57F779-D6A8-4F6B-9073-AE045D3E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308" y="294285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3C6AFCE-20DD-46C6-8EB8-443EE11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949" y="3008628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21E82F8-0CBC-4E31-8F9A-B8441163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589" y="3064190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0CDBC6B-FFF3-4259-A5CA-49902159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473" y="3608271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17E0D36-47CB-470E-AD91-C28D5956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786" y="359273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B356A49-AB6B-4748-9966-9843D893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99" y="3530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2A3C3BE-2B60-4597-A684-CBC5FAB1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412" y="344407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CDA8E1A-961E-4138-9242-27CB1428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725" y="336629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24D9B46-9B21-4759-BD7C-FEA37C2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038" y="332585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10F14CE-5BCB-4467-8D68-B66823B3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350" y="333781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5DBEC94-2366-407C-AFDF-050282D3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663" y="339772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B1D050B-7CA9-4109-8638-E2CCB205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976" y="348326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01EF2DB-8813-4C99-BF91-7B62CED9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289" y="356261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AF0B8F8-33EE-4C06-B749-3DFCE740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602" y="360623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D162FE5-504E-4B85-A397-A9BB1CB7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760" y="4219548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ADE40E7-6421-4064-BFCF-783E7D32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746" y="4153106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7D0C554-34F6-4E7D-B312-7BC3E829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731" y="4049207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5013AE5-F5FB-4F3E-92A6-468607DC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717" y="3946525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601BFCA-CC3A-41D0-89FD-9153B4F6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702" y="3883284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AFB66F7-430F-4FE3-8664-8EBA09EF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688" y="3883025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641F68F-72F5-4BDA-869D-A50F56DC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673" y="3945844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82F0E9F-589A-4A0F-9763-FB0E7ECE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7658" y="4048357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0752D2D-3568-4319-B958-1A7C689F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644" y="4152405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3CBAF61-A5CF-4E60-A6B4-2F4BA3A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629" y="4219256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4526923-A86F-4217-8632-7F379E9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615" y="4224025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7C9188E-7782-4628-9E86-90429983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047" y="4870042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353FFB6-E9B5-4C7B-9646-D85BD034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705" y="4752156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1B23C29-F115-4DE6-A343-B0374D05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363" y="4624666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B3041E1-89B7-4924-9DD0-74A083B2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021" y="4535028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3DAA2B2-9052-4276-BE84-48650339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79" y="4516610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D1A39A7-6214-4586-92E6-89BF5751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338" y="4576268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2FF7AD8-815F-40E7-BC7F-77F2A146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3996" y="4691794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816A297-DDEE-44AB-9169-BB21FF31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654" y="482018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18F97F7-5625-4B86-9661-2B29EE31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312" y="4913648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20D94B5-CC50-4DD5-A06C-57BA814A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1970" y="4937392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C54593C-7CF1-4A37-8D19-CEB6505C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628" y="4882579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AB8D6BF-1BE9-4792-B1F2-62DC2A52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334" y="554378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F14CBE1-9581-4D84-BAF7-4066C602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665" y="539286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AEE41BD-F0C8-4434-A3C8-13441BC2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95" y="527428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9F6C42C-A4CD-4FCE-B3BB-A53F608A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326" y="523217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65C2F7E-3B77-4874-A7A2-34E44B74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657" y="5282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3C0B11E-18BD-4E9A-961B-AF617E79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988" y="540579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A4E64BD-B7DC-4C8B-B7CD-78FEC919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318" y="555688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616B931-DB9D-488A-9533-33FE27D4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649" y="567925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A1D5F0E-251C-430C-9D9B-6E26D98E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980" y="572735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DF01C7B-8A87-4587-8FA6-BC003410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6311" y="568328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492CFEE-FC8E-49DE-A5BE-9D38CF5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641" y="556343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0750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56649-B7CB-4B3A-B807-99DC05F7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page moves from complexity to 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308A3-08C3-424F-8B23-919A32A3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77772"/>
                </a:solidFill>
              </a:defRPr>
            </a:pPr>
            <a:r>
              <a:rPr sz="1500" b="0">
                <a:solidFill>
                  <a:srgbClr val="777772"/>
                </a:solidFill>
              </a:rPr>
              <a:t>The same dot material changes state as the argument changes.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A1929-37E5-4474-8C46-ACF0ADC8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E6BE3-1372-4FD2-ADE4-5738E15C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210DA-B5A7-4DA7-8A5B-1DE24A1C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2"/>
                </a:solidFill>
              </a:defRPr>
            </a:pPr>
            <a:r>
              <a:rPr sz="1050" b="0">
                <a:solidFill>
                  <a:srgbClr val="777772"/>
                </a:solidFill>
              </a:rPr>
              <a:t>complicated things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AD3F6-D6FE-40DD-BFA5-CA6E0C24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765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6B6B2"/>
                </a:solidFill>
              </a:defRPr>
            </a:pPr>
            <a:r>
              <a:rPr sz="2100" b="0">
                <a:solidFill>
                  <a:srgbClr val="B6B6B2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59683-8AE5-44F1-BA73-ED52CB47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76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F77CA-3A1D-430A-86FF-778D4B4E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76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529BE-A7FA-4308-AF0A-7303735B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385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2"/>
                </a:solidFill>
              </a:defRPr>
            </a:pPr>
            <a:r>
              <a:rPr sz="1050" b="0">
                <a:solidFill>
                  <a:srgbClr val="777772"/>
                </a:solidFill>
              </a:rPr>
              <a:t>clarity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6FA0C-63E3-49CE-B595-92A83E00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765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6B6B2"/>
                </a:solidFill>
              </a:defRPr>
            </a:pPr>
            <a:r>
              <a:rPr sz="2100" b="0">
                <a:solidFill>
                  <a:srgbClr val="B6B6B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7229A-D506-4824-A6DF-5E0DBED3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67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C1479-55FF-4B7B-B94D-30F3CD22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76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PROSE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75DB9-7447-4348-AB74-E626E661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2"/>
                </a:solidFill>
              </a:defRPr>
            </a:pPr>
            <a:r>
              <a:rPr sz="1050" b="0">
                <a:solidFill>
                  <a:srgbClr val="777772"/>
                </a:solidFill>
              </a:rPr>
              <a:t>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E61EB-E4BB-40E7-B636-CB793215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765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6B6B2"/>
                </a:solidFill>
              </a:defRPr>
            </a:pPr>
            <a:r>
              <a:rPr sz="2100" b="0">
                <a:solidFill>
                  <a:srgbClr val="B6B6B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09D9C-048F-427D-B42B-FCFA52F0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57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C1061-658E-49B7-BCC2-D4F0EE4A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GRID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D111F-04BE-49A1-925D-C6CE16E9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2"/>
                </a:solidFill>
              </a:defRPr>
            </a:pPr>
            <a:r>
              <a:rPr sz="1050" b="0">
                <a:solidFill>
                  <a:srgbClr val="777772"/>
                </a:solidFill>
              </a:rPr>
              <a:t>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E291A-CB8F-4693-A0FF-F2DCFAF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765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6B6B2"/>
                </a:solidFill>
              </a:defRPr>
            </a:pPr>
            <a:r>
              <a:rPr sz="2100" b="0">
                <a:solidFill>
                  <a:srgbClr val="B6B6B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AC8EB-A8FA-4108-A651-08453754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9D19D-359B-4A5A-B6FD-C15E32F2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PULSE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70A30-09A0-4EFF-957F-4910E7A0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85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2"/>
                </a:solidFill>
              </a:defRPr>
            </a:pPr>
            <a:r>
              <a:rPr sz="1050" b="0">
                <a:solidFill>
                  <a:srgbClr val="777772"/>
                </a:solidFill>
              </a:rPr>
              <a:t>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1D799-3898-4D58-A87D-D4D7EB70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765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B6B6B2"/>
                </a:solidFill>
              </a:defRPr>
            </a:pPr>
            <a:r>
              <a:rPr sz="2100" b="0">
                <a:solidFill>
                  <a:srgbClr val="B6B6B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B2682-827A-4D7F-B092-DE4EC690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638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BAE74-9FF5-45BC-86D5-7F8E622C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766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WAVE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2F561-6759-4B7D-B4DB-B783DB5E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385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77772"/>
                </a:solidFill>
              </a:defRPr>
            </a:pPr>
            <a:r>
              <a:rPr sz="1050" b="0">
                <a:solidFill>
                  <a:srgbClr val="777772"/>
                </a:solidFill>
              </a:rPr>
              <a:t>curiosity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4A4DE-E243-453C-A2E5-5AC501F5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deep space  →  quiet prose  →  ordered space  →  stillness  →  living space</a:t>
            </a:r>
          </a:p>
        </p:txBody>
      </p:sp>
    </p:spTree>
    <p:extLst>
      <p:ext uri="{BB962C8B-B14F-4D97-AF65-F5344CB8AC3E}">
        <p14:creationId xmlns:p14="http://schemas.microsoft.com/office/powerpoint/2010/main" val="310215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5CA5F-D2A3-49A5-A32E-88F87421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340F1-A75E-4FE9-B995-2C5635B4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977" y="2980650"/>
            <a:ext cx="36762" cy="367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E171B-D2C1-4A82-9806-8C57B872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419" y="3190760"/>
            <a:ext cx="29156" cy="291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2DBB0-2DB6-4B30-8FF5-653EADFF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686" y="3193426"/>
            <a:ext cx="49232" cy="49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5E901-B2F8-4F5E-A3D1-A0020409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556" y="3127963"/>
            <a:ext cx="41535" cy="41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90DF4-A039-4CC7-83AD-B5B55555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042" y="2951639"/>
            <a:ext cx="45824" cy="45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1C817-3C66-4D57-912D-10B0E6D3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696" y="2773525"/>
            <a:ext cx="48808" cy="48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65A64-B73A-43EF-97EB-1FFFA310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825" y="2747312"/>
            <a:ext cx="43187" cy="431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2F417-E085-4B94-A3F5-432F5DEA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867" y="2778617"/>
            <a:ext cx="49775" cy="49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48AA3-8E13-455C-8410-D1143C57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285" y="3021965"/>
            <a:ext cx="45808" cy="45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902DE-0626-494B-A42B-5F34D4A3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294" y="3149622"/>
            <a:ext cx="60015" cy="6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F65A5-7058-4121-8ADF-AB1FC269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46" y="3366350"/>
            <a:ext cx="56908" cy="56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BFE4F-993E-42B6-A303-E340CAC1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469" y="3331765"/>
            <a:ext cx="48659" cy="48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1D3B8-285A-46B0-AFD1-D013E890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801" y="3295429"/>
            <a:ext cx="42708" cy="427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BE609-EB0E-469E-913D-91D2BCF1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829" y="3116330"/>
            <a:ext cx="57141" cy="57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053C6-B528-4C3C-AC6E-961BD6EF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275" y="2964167"/>
            <a:ext cx="46901" cy="469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023EB-7D70-45BD-AE48-9C1B2B9B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203" y="2716833"/>
            <a:ext cx="39538" cy="3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7676A-CA53-4F58-AB0D-17C1A8D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30" y="2609797"/>
            <a:ext cx="43402" cy="43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B4E54-25C3-497E-AC79-E0C49862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899" y="2560244"/>
            <a:ext cx="41240" cy="41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690FB-CEAC-4F51-BD2E-5F34DF93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284" y="2605559"/>
            <a:ext cx="46455" cy="464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1CD45-D40F-44EB-91AD-B5173A94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210" y="2745068"/>
            <a:ext cx="63498" cy="63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CD928-A51A-48E0-A5F0-72872D8C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349" y="2976303"/>
            <a:ext cx="72783" cy="72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FBD04-7784-4AF9-A741-92D65F46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504" y="3237489"/>
            <a:ext cx="65758" cy="65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C9258-E054-4EE3-B024-AE5BEEE4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186" y="3348059"/>
            <a:ext cx="68477" cy="684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75328-B511-4E82-B02D-568FFCEB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991" y="3468290"/>
            <a:ext cx="75604" cy="756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3C285-20A2-47B9-B461-1E5F2EDB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612" y="3536689"/>
            <a:ext cx="76062" cy="760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CEDBF6-28BF-44DD-A83F-EEBB48F8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853" y="3461557"/>
            <a:ext cx="53114" cy="531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A94181-C86E-4549-B4BE-2B084D1E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222" y="3310269"/>
            <a:ext cx="64947" cy="649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6E081F-8B87-4F7F-B8CE-622F05E8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750" y="3135923"/>
            <a:ext cx="75812" cy="75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D25E77-9E08-4173-8057-DDA932AB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768" y="2909516"/>
            <a:ext cx="72162" cy="721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740FF2-98BA-40AE-BEE0-31F4780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641" y="2706146"/>
            <a:ext cx="62394" cy="62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FC442-6F36-4252-A0FB-D59E2344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414" y="2615945"/>
            <a:ext cx="51729" cy="517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30B630-F8D4-4C56-933F-21114356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023" y="2344233"/>
            <a:ext cx="62329" cy="623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F1394-DA83-45CD-A9A0-66F2F2CC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905" y="2400153"/>
            <a:ext cx="75859" cy="75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81B74F-13DE-4CE9-8A1F-D20304FE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037" y="2495684"/>
            <a:ext cx="68616" cy="686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7F748A-4BD9-4BF6-B140-6232BC71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220" y="2620981"/>
            <a:ext cx="59299" cy="59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64C391-753C-4AF0-984B-843F0E2F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985" y="2784801"/>
            <a:ext cx="68066" cy="680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7E2345-7C9C-4BFC-8ECE-44681C37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031" y="2978524"/>
            <a:ext cx="84493" cy="844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3E1AA4-1C2C-40E6-9A94-38FCE196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247" y="3262921"/>
            <a:ext cx="92317" cy="92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6891F1-2862-4988-BA57-2F4C53D1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14" y="3343279"/>
            <a:ext cx="90870" cy="90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BA6783-AF46-4830-80BE-2D000BF3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270" y="3538184"/>
            <a:ext cx="90187" cy="901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9EEBDA-14EC-4D68-9B31-F3C68306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131" y="3588958"/>
            <a:ext cx="91128" cy="91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DB0BFA-00C7-44E4-9A62-960C3DF1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591" y="3580789"/>
            <a:ext cx="98410" cy="984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0FB6C7-00A7-4654-8517-5CD3D4F2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06" y="3620424"/>
            <a:ext cx="78407" cy="784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645F81-77E3-4DAF-80BA-1B97F74A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358" y="3537871"/>
            <a:ext cx="74700" cy="74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34128E-F27F-491B-A23A-9B88D7C2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924" y="3305938"/>
            <a:ext cx="72843" cy="728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FE6AD7-140F-4D7E-BDE7-BF4D39C4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149" y="3128858"/>
            <a:ext cx="98781" cy="987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0E81DB-7A74-466E-BEA9-520FE240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852" y="2938508"/>
            <a:ext cx="70944" cy="70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F25D19-F410-43A1-AFCC-1D6E6EBF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167" y="26942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BA139A-D3DF-4FDF-BF6C-48C75B2A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238" y="2533620"/>
            <a:ext cx="89624" cy="89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A4CE2B-FD98-4EE7-8559-F4641453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958" y="2385300"/>
            <a:ext cx="79723" cy="797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502F09-04FA-4E96-A049-F9636C9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046" y="2179875"/>
            <a:ext cx="76296" cy="76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B66011-4D53-4A84-B133-B80FA76A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085" y="2293773"/>
            <a:ext cx="71004" cy="71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FB42F3-6B36-4F3F-90CE-8EC7BFD4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848" y="2262312"/>
            <a:ext cx="85062" cy="850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EF30BD-6B4F-4775-897E-22D026D3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551" y="2343855"/>
            <a:ext cx="88391" cy="883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FE2D63-9BB1-49A4-A842-8A74FA10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920" y="2551689"/>
            <a:ext cx="90363" cy="9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1C2A04-715D-4350-B760-20E361AF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101" y="2762502"/>
            <a:ext cx="72181" cy="721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DF35E7-6D7A-4F45-851B-DC1E67EA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262" y="3039976"/>
            <a:ext cx="121504" cy="121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76E79A-5412-41C5-AD5D-20A7FBF9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981" y="3174546"/>
            <a:ext cx="125051" cy="125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41C2A1-B206-440D-8801-CA535732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239" y="3486143"/>
            <a:ext cx="103680" cy="103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20C023-9179-42F1-A1FD-D33BC2F4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109" y="3648949"/>
            <a:ext cx="107524" cy="1075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C9537D-61DE-40D5-A155-EAF109E2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849" y="3798822"/>
            <a:ext cx="112757" cy="112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8B20E5-86D9-453A-8DA4-1D3387AB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144" y="3858051"/>
            <a:ext cx="104381" cy="104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ACA572-4D7F-4FAC-B419-35FBE513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62" y="3840951"/>
            <a:ext cx="119865" cy="119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49EAD9-AD80-4094-BD27-87FBC178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074" y="3651491"/>
            <a:ext cx="123707" cy="1237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77C28C-3202-4858-BD5C-65C55587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117" y="3545038"/>
            <a:ext cx="104482" cy="1044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E04D4E-0C37-4D83-8459-E6B67613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604" y="3423855"/>
            <a:ext cx="107293" cy="107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89A538-07CE-45B5-82D6-DEE0B769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175" y="3302690"/>
            <a:ext cx="121695" cy="121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5FD2C4-1920-47CA-94F8-1303CDAD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915" y="3118620"/>
            <a:ext cx="123798" cy="1237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CDFF87-449F-48D8-B1C6-35BC8EB3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280" y="2794233"/>
            <a:ext cx="121196" cy="1211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05C16A-7213-4CB4-8A42-8FD127EE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458" y="2617890"/>
            <a:ext cx="113635" cy="113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0E7E19E-543D-4593-B51C-1C63AC39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849" y="2367471"/>
            <a:ext cx="118128" cy="118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C85DFA-74F3-4D78-A8F9-490BFF2A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026" y="2219539"/>
            <a:ext cx="99994" cy="999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DF4151-126B-4CE6-BC99-D80B1C93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529" y="2129890"/>
            <a:ext cx="115670" cy="1156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25FEF68-0E08-47C4-9DDA-860FE987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370" y="1912107"/>
            <a:ext cx="123039" cy="123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5C5C519-2BE2-44A7-936F-3FF8E86E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263" y="2004674"/>
            <a:ext cx="122284" cy="1222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C9D2118-9060-4816-85E5-772250E9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195" y="2190672"/>
            <a:ext cx="97314" cy="97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C68479C-E0DF-41D8-83A2-9164B8B7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678" y="2153301"/>
            <a:ext cx="120739" cy="1207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AEA589-A764-4A12-9620-F38D8896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985" y="2410990"/>
            <a:ext cx="106702" cy="1067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5F52B1B-28A1-42FE-B72A-9BB66EF7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966" y="2609877"/>
            <a:ext cx="103217" cy="103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B9A78C6-04D6-4FCA-A6A1-332B49F4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60" y="2741294"/>
            <a:ext cx="108234" cy="1082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372CED-5B31-4C8E-A8B3-8B6A623B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979" y="3045802"/>
            <a:ext cx="147363" cy="147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F785BCD-D50A-48E1-8895-B3044312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212" y="3173244"/>
            <a:ext cx="134054" cy="1340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F2BD8D-5BBD-44F3-8E99-84BF8AA8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397" y="3322408"/>
            <a:ext cx="141164" cy="141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4742A29-B40E-419E-AB23-6FB331F8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419" y="3687339"/>
            <a:ext cx="142202" cy="1422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786C605-88B2-4478-A704-E709523D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488" y="3870874"/>
            <a:ext cx="151231" cy="1512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67343A7-FC10-4781-8509-60771110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816" y="4031419"/>
            <a:ext cx="139332" cy="139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090274E-F49B-4899-8E41-0B0D9754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323" y="3896241"/>
            <a:ext cx="136965" cy="136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2B26489-E15D-4405-A6FA-1E96C6F5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186" y="4029057"/>
            <a:ext cx="135086" cy="1350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095BA13-326D-4331-B800-31345C64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474" y="3893872"/>
            <a:ext cx="148049" cy="148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9BB26CC-635C-4063-A029-EAFCB006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440" y="3723396"/>
            <a:ext cx="151169" cy="1511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3442321-0048-4EA9-9E16-5258190D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944" y="3641059"/>
            <a:ext cx="155956" cy="1559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2CE6842-173B-4675-BF40-1328DD45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870" y="3439508"/>
            <a:ext cx="150192" cy="150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0463A89-4134-4453-9056-85C3AD9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66" y="3382302"/>
            <a:ext cx="151563" cy="1515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877072F-292A-48CD-9623-361100B4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612" y="3084142"/>
            <a:ext cx="144892" cy="1448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E3913DD-05FE-43B9-835A-D181EFD5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216" y="2809053"/>
            <a:ext cx="137390" cy="1373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61A1537-D657-4E2F-B610-83AF2B94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547" y="2520190"/>
            <a:ext cx="144834" cy="1448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AF70965-5FB2-44C7-8A5E-897210BB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710" y="2371877"/>
            <a:ext cx="128777" cy="128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B3B33C0-0A23-4A21-A57B-9C2D7418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908" y="2189521"/>
            <a:ext cx="140616" cy="1406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A03287C-6B79-449F-BDF6-5C890E6E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93" y="1960260"/>
            <a:ext cx="135405" cy="1354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E8C785F-919D-40B1-91C2-8DC0CBFA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696" y="1876001"/>
            <a:ext cx="154154" cy="154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3D00A42-BD8F-4216-B210-F9013BB2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969" y="1906213"/>
            <a:ext cx="151758" cy="151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C3FCCA3-5DA9-449B-B217-6FF140A1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874" y="1757847"/>
            <a:ext cx="155022" cy="1550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FEFDA40-A3D2-4D65-A132-1520C81F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497" y="1950259"/>
            <a:ext cx="156505" cy="156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99832C2-9D2C-4A6F-B911-3B80EB15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529" y="1999246"/>
            <a:ext cx="128600" cy="1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4C18F81-1344-4213-A39A-51D8DF82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628" y="2232895"/>
            <a:ext cx="149392" cy="149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46E5078-6835-4741-951C-C88A8BB1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159" y="2359146"/>
            <a:ext cx="153142" cy="1531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6164207-2840-4C73-A90E-E7C5AACD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490" y="2465079"/>
            <a:ext cx="139914" cy="1399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3B3A6F2-5439-40BE-99B9-0C59F082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658" y="2745559"/>
            <a:ext cx="142886" cy="1428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6BAA4FA-DE39-448E-9C30-74E52F11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772"/>
                </a:solidFill>
              </a:defRPr>
            </a:pPr>
            <a:r>
              <a:rPr sz="97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A31FBDF-DFC8-4FE4-AEA6-98A2FD00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763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 short story about clarity,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character and digital experience.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AACEA4A-6154-40BD-8BB2-BE8F711F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00375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COMPLICATED THINGS</a:t>
            </a:r>
          </a:p>
          <a:p xmlns:a="http://schemas.openxmlformats.org/drawingml/2006/main"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SHOULD FEEL SIMPLE.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0CCD7D8-1751-43BD-86CB-E636BE13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A64"/>
                </a:solidFill>
              </a:defRPr>
            </a:pPr>
            <a:r>
              <a:rPr sz="825" b="1">
                <a:solidFill>
                  <a:srgbClr val="007A64"/>
                </a:solidFill>
              </a:rPr>
              <a:t>SCROLL TO ENTER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5A6DDA4-1062-4A56-9DF4-BB99192C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E342F31-77FB-40EE-A758-EF084C9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1966243-F1FD-478A-88DA-9801A29F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416CE38-A6E9-42E7-B306-13315625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B5B9789-25BC-4079-92BE-D9B6A0ED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982797D-E418-404B-9F79-681FF594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21DA89B-FB1A-4D13-AEC3-A088D543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207C2B1-2C97-47A3-9A55-838ED44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01 /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940F1ED-7E4E-41CF-931C-8F9A3937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444B58E-31EE-4F99-AC92-3D3F328F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Entry promise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D5EEC56-02FD-4582-83DE-84183926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The first viewport signals that this is a short scroll story. The cloud waits in the distance; the opening line is visible before movement begins.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572425D-83FF-4BD5-AD02-FC950ACE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1871872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A049B-1FE3-401F-BF31-7E299770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A635F-2F5F-4619-AB12-46B64BAB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326" y="2963657"/>
            <a:ext cx="58876" cy="588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EAE7C-8B96-49FB-99B5-EE104506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518" y="4153931"/>
            <a:ext cx="62755" cy="62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ED58D-F614-4931-9C65-17CA91FB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056" y="4208930"/>
            <a:ext cx="65771" cy="657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18FE9-F192-4113-8F27-4021086F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923" y="3244329"/>
            <a:ext cx="54078" cy="540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C9C67-FA62-4605-BE3D-E2180B06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41" y="2904720"/>
            <a:ext cx="50144" cy="50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C576A-28B8-441B-A87F-C0C2D43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112" y="1746806"/>
            <a:ext cx="65247" cy="652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D5526-45A8-407F-A71C-63EDDA83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512" y="1887320"/>
            <a:ext cx="50556" cy="505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29DC9-495F-44CB-9C1F-1E0712B7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893" y="2178545"/>
            <a:ext cx="70261" cy="70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57F50-8FBB-4D55-8458-53A78017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134" y="2580945"/>
            <a:ext cx="62888" cy="62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A125D-3730-4E05-B275-06B2C4D0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991" y="3001993"/>
            <a:ext cx="77136" cy="77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5F089-C9CD-414A-A5EB-30A304CD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223" y="3494989"/>
            <a:ext cx="72914" cy="729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04B84-C093-4FBD-9A3D-1D4FB1D1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428" y="4438125"/>
            <a:ext cx="85223" cy="852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EB408-81FD-4141-B795-1183FD5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172" y="4498419"/>
            <a:ext cx="94544" cy="945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2A786-FF95-4BB4-868A-296EBD30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171" y="4404380"/>
            <a:ext cx="83045" cy="83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BCB49-B155-4188-B9AE-2FD1AE7C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672" y="4458991"/>
            <a:ext cx="90523" cy="905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E109A-F6C4-4229-846E-5AFE75E9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699" y="3686936"/>
            <a:ext cx="70827" cy="708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09D5C-F63F-45C3-A40D-9BF491EC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211" y="3177436"/>
            <a:ext cx="77168" cy="77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628E7-A77B-44FC-9B49-42851F4E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954" y="2868576"/>
            <a:ext cx="75028" cy="75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224E6-CA52-4AEA-B8B9-9E12A03C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433" y="2384925"/>
            <a:ext cx="94329" cy="943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BF67C-09D6-455D-80F9-B8D99B54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280" y="1579437"/>
            <a:ext cx="73887" cy="73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2940B-AF8E-4F92-BFE2-5536C021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75" y="1537790"/>
            <a:ext cx="82300" cy="82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F2F87-F781-4623-9455-38984E65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667" y="1606032"/>
            <a:ext cx="77258" cy="772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3FDA5E-9CA7-41C7-9B4E-241F06B1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802" y="1687206"/>
            <a:ext cx="85821" cy="858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AC9ED-0B75-4159-89F2-B91ED69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775" y="1887870"/>
            <a:ext cx="83509" cy="835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44359E-C3F3-4940-A7DE-9B92901E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098" y="2122876"/>
            <a:ext cx="88623" cy="886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42E23-A70D-44E7-B6F8-641FC033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633" y="2545915"/>
            <a:ext cx="83134" cy="831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B9E149-1C84-46E1-AF97-102525D3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231" y="3014303"/>
            <a:ext cx="122545" cy="122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6BD9D-FFD6-44D4-A29D-2A7E8F1C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936" y="3567286"/>
            <a:ext cx="106510" cy="1065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454CE4-AE65-4F9E-A8A2-2D348383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508" y="3814105"/>
            <a:ext cx="125096" cy="1250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68AB65-2525-4719-B153-2ABA59B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610" y="4186795"/>
            <a:ext cx="99979" cy="999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F5E1F3-C0F7-4535-9885-745E5969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598" y="4695095"/>
            <a:ext cx="106941" cy="1069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3CA6D2-0DF4-4F32-816F-9EB8C36E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53" y="4590584"/>
            <a:ext cx="108514" cy="1085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CF0AD8-D0E4-431F-96A9-0BEAAC19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26" y="4830596"/>
            <a:ext cx="102097" cy="102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1E3D9C-0489-4218-A844-8CA25636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662" y="4708568"/>
            <a:ext cx="98227" cy="98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24753F-95CE-42E6-AD04-F102A864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589" y="4560378"/>
            <a:ext cx="122302" cy="1223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523E40-430D-4531-8E5C-BD1F7223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103" y="4157032"/>
            <a:ext cx="97362" cy="973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1834F2-C7FD-460B-8605-27415145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757" y="3651032"/>
            <a:ext cx="101258" cy="1012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2D96C8-A786-48C8-89F0-43EA4829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837" y="3193903"/>
            <a:ext cx="98572" cy="985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6BE954-BDFF-488E-B6B2-D2C5AF56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797" y="2707175"/>
            <a:ext cx="112124" cy="1121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0124F7-B1B9-428D-87C6-75D73262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44" y="2451405"/>
            <a:ext cx="120142" cy="1201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1C25DB-5098-434D-8649-E1530D8B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157" y="1707057"/>
            <a:ext cx="115312" cy="115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542AE8-16CD-4F23-92DB-02EEC443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807" y="1532625"/>
            <a:ext cx="111838" cy="1118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382500-DFC9-4717-A17F-2656600D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460" y="1240496"/>
            <a:ext cx="122398" cy="1223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F9F485-61A9-4821-AA44-7CE4E79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61" y="984660"/>
            <a:ext cx="105427" cy="1054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770DEC-6961-4313-8807-1F8CBA8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67" y="1225104"/>
            <a:ext cx="118939" cy="1189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83F510-A979-49C6-BB80-CCD3BF14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962" y="1157841"/>
            <a:ext cx="124098" cy="124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3DF3C6-8A73-4CF8-9EB6-91A4DAC6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418" y="1478502"/>
            <a:ext cx="117661" cy="117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9133F2-C236-47E5-971C-33FB6906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126" y="1939145"/>
            <a:ext cx="107952" cy="107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64E54B-9EFB-429C-86CE-8943E983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2448" y="2149022"/>
            <a:ext cx="113414" cy="1134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C5FA6C-9A49-4C84-9BB7-6496C0A3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13" y="2505322"/>
            <a:ext cx="112745" cy="1127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F9023D-E22D-4A39-BD8D-DDF06441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732" y="2958410"/>
            <a:ext cx="143381" cy="1433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B750FF-31B9-4C34-8D27-986BF874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084" y="4222328"/>
            <a:ext cx="128603" cy="128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57270C-9FBF-45B9-A1F8-6D8E56D1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178" y="4474833"/>
            <a:ext cx="138710" cy="1387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6B9E3D-A357-4E2B-BA18-F1F8CFA4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147" y="4874438"/>
            <a:ext cx="150803" cy="1508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E15A7A-8A18-4C74-90E5-14022C7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316" y="4899205"/>
            <a:ext cx="134431" cy="134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4F8D11-9B10-47FE-8BE4-88A6B0F5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065" y="5152987"/>
            <a:ext cx="157060" cy="157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476719-FD57-4AB8-8B4F-C09DF883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171" y="4765983"/>
            <a:ext cx="128646" cy="1286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D48975-B0ED-4F46-ADA1-725488C2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108" y="4838132"/>
            <a:ext cx="140057" cy="1400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7EE7B9-D7C7-4F49-8447-5D80D90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848" y="4472455"/>
            <a:ext cx="149208" cy="149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FA09EB-5A88-489A-9BC8-9F6B53BD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258" y="4392913"/>
            <a:ext cx="147648" cy="1476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4ED17F-AFA8-4C43-A72E-2422653B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890" y="4034369"/>
            <a:ext cx="147230" cy="147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F3AF42-76BC-4342-B59F-F982C846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330" y="3507719"/>
            <a:ext cx="133785" cy="1337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9620782-7647-4AAE-8667-40575AF2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493" y="3125509"/>
            <a:ext cx="141804" cy="1418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4E144D-ADAF-40DF-BCFC-8329248C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89" y="2871096"/>
            <a:ext cx="154139" cy="15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8844C6-1F37-4C2B-AA71-871DF1B2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47" y="2176236"/>
            <a:ext cx="137904" cy="1379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CE112C-1779-41F4-8CC8-EEE324CC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19" y="1659441"/>
            <a:ext cx="134874" cy="134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47800D-1C67-4780-BCEE-D4858D5E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147" y="1316751"/>
            <a:ext cx="131800" cy="13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B762818-3CD1-4ACA-A52D-2E29B078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322" y="1297583"/>
            <a:ext cx="128985" cy="1289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93C2C6-B950-4936-B33B-BC39C24A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735" y="983371"/>
            <a:ext cx="146831" cy="146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36DCF5-8BFC-4DC7-8562-8666875D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461" y="984727"/>
            <a:ext cx="145796" cy="1457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2F47DD-8D74-4CB6-BA6A-AFC6765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487" y="777923"/>
            <a:ext cx="156667" cy="156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613E4E-4720-48A6-A0C9-41C4E0DF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123" y="1133349"/>
            <a:ext cx="153696" cy="1536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181DF02-FBC7-4A6B-A39C-1F41567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749" y="1158008"/>
            <a:ext cx="153229" cy="1532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BFA9130-9630-4558-8290-9ED67105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903" y="1469471"/>
            <a:ext cx="141811" cy="1418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E8B47F6-BD44-430D-83DE-95534B67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294" y="1761217"/>
            <a:ext cx="130673" cy="130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A387D8E-74F6-462C-A95A-13E25E4F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938" y="2337656"/>
            <a:ext cx="154883" cy="1548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066B0A1-DD79-4BDD-BC07-DB7FD1C3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240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77772"/>
                </a:solidFill>
              </a:defRPr>
            </a:pPr>
            <a:r>
              <a:rPr sz="1350" b="1">
                <a:solidFill>
                  <a:srgbClr val="777772"/>
                </a:solidFill>
              </a:rPr>
              <a:t>DIGITAL EXPERIENCES ARE OFTEN ASKED TO MAKE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F9040A-2987-4BEB-AE82-13E1D52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8125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COMPLICATED THINGS</a:t>
            </a:r>
          </a:p>
          <a:p xmlns:a="http://schemas.openxmlformats.org/drawingml/2006/main">
            <a:pPr algn="ctr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FEEL SIMPLE.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AC2B787-FBB1-4CA0-A672-F50FF0F4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2EAADBA-BDD2-4FA8-87B2-B0F5E7E6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1FB04FA-E38C-42B3-9A62-E2645212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288E047-3ADD-4201-92A8-547117FD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B7869F7-B140-48F9-ABFF-C8BD1705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9B313E1-B8F9-4B4E-8B6E-20B5B7B4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6D657B3-1EBC-4D83-92F1-2FBDE550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ED49D4A-4CB1-431B-9848-25EDC7A6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02 /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C3B4D5F-CA10-483B-B42D-0A3DB836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9C15A5E-E552-48D4-90EF-963D5B46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Approach the cloud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C0F8BC6-88D2-4CD7-B198-B812F9AA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Scroll moves both camera and type. The statement reaches one stable reading plane before it grows past the viewer.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76B50AD-E50D-43C4-B6A3-451821C3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936779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EB5844-D99D-4834-9C84-543A2BEF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12044-68E4-460F-A5F0-BC95DBDD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33" y="3107582"/>
            <a:ext cx="43044" cy="430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2E1AD-3819-48D2-8E1E-D4D94D39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762" y="3752798"/>
            <a:ext cx="38693" cy="386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D128D-16F1-4CB3-809F-45F1D6B1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176" y="4222279"/>
            <a:ext cx="63492" cy="634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0A230-9005-45E1-973B-6AEE8FB5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034" y="3398785"/>
            <a:ext cx="39943" cy="399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67577-0C0C-458F-A538-36EC48A7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550" y="2799480"/>
            <a:ext cx="54211" cy="542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2BEFB-836A-4323-B7EE-2D31D70F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344" y="2181291"/>
            <a:ext cx="60314" cy="60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CE87F-D72A-4305-8E9F-EA06D1C5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978" y="1884298"/>
            <a:ext cx="40212" cy="40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75854-D05D-44F0-9DFE-84B0EAF8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914" y="2427081"/>
            <a:ext cx="45297" cy="452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83AB1-4170-45AF-8BC4-390D43CD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168" y="3256825"/>
            <a:ext cx="50338" cy="50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13C9C-99E8-46C7-B7ED-76992C2F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187" y="3676480"/>
            <a:ext cx="54066" cy="540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67A2F-D3B0-4E0B-9E50-164D6028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294" y="4439495"/>
            <a:ext cx="70910" cy="70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C97D7-A8B2-4E9A-BB1B-D37D7244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702" y="4755437"/>
            <a:ext cx="65777" cy="65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72103-411D-4A92-A7A0-218F2106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081" y="4893848"/>
            <a:ext cx="76159" cy="76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B7BDA-449E-436E-B273-322FE05F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771" y="4384443"/>
            <a:ext cx="78503" cy="785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241F2-0619-4C83-8E81-E6F4742B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204" y="4034572"/>
            <a:ext cx="51398" cy="513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85A42-5483-4EA2-9011-22510268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962" y="3668984"/>
            <a:ext cx="52069" cy="520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18FC9-B52F-4AE9-8987-2097F851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946" y="2938362"/>
            <a:ext cx="72680" cy="72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B98A1-60AB-4EA2-9F3E-3504FD24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29" y="2119131"/>
            <a:ext cx="50129" cy="501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DE08A-4A60-45D7-B447-4EBF55A3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532" y="1581892"/>
            <a:ext cx="67318" cy="673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B9FAE-073E-4F05-B594-C2169D53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259" y="1321975"/>
            <a:ext cx="76587" cy="765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93393-9B50-4C37-9A45-34E4DB2B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517" y="1248675"/>
            <a:ext cx="54820" cy="54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E7E0F-6DD6-422A-A90E-C4B26905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109" y="1519980"/>
            <a:ext cx="78107" cy="781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8FA89-05ED-42C3-AC55-8E9B87F4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291" y="1770637"/>
            <a:ext cx="68139" cy="68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14AB9-4FFE-4A79-8D37-00CB7451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531" y="2561274"/>
            <a:ext cx="55569" cy="555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50CA5F-45C6-4C91-9F6C-4B8F4809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07" y="3758554"/>
            <a:ext cx="95944" cy="95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6AADDE-A9BE-47B0-94AD-B9BDC3F5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035" y="4295514"/>
            <a:ext cx="81783" cy="81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EFAC1D-3D79-4970-A879-1DCE4912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323" y="4672858"/>
            <a:ext cx="78272" cy="78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0089F-03CB-4D6F-8A9B-AA63F28D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057" y="5215704"/>
            <a:ext cx="86026" cy="86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B77A7-87EF-4468-BF8A-F9A5A31F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849" y="5402991"/>
            <a:ext cx="76336" cy="76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60C1F7-40BE-4675-9984-4F33A950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698" y="4969409"/>
            <a:ext cx="93187" cy="931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1BCE1A-AE4A-47A4-A709-8188BE2F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583" y="4404344"/>
            <a:ext cx="77249" cy="77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615405-09AB-47AA-B9DE-116EFEDD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513" y="4162181"/>
            <a:ext cx="89176" cy="89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B4AA1-8482-4F11-A0BD-A58CCF8D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468" y="3490160"/>
            <a:ext cx="73600" cy="7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0A380C-4B89-4D3D-B412-40DE1D9C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184" y="2767660"/>
            <a:ext cx="84048" cy="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50EA1C-D990-46DB-8AE9-31B8CF6F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683" y="2253154"/>
            <a:ext cx="95883" cy="958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6BB67A-F39E-4507-AD77-92A534C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126" y="1368348"/>
            <a:ext cx="84604" cy="846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F7BA2C-DAA4-4636-AA1F-43B22DFF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049" y="1297068"/>
            <a:ext cx="82402" cy="82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4A2E79-3897-4009-BCD1-A02F5780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416" y="629256"/>
            <a:ext cx="75912" cy="75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ECFC4B-E263-4C60-8A03-770CC169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408" y="621890"/>
            <a:ext cx="91289" cy="912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98B190-2532-485A-B635-32CE4E9F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66" y="1519716"/>
            <a:ext cx="93696" cy="936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18AFA6-13D8-4BF7-A122-6462965C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227" y="1979061"/>
            <a:ext cx="75607" cy="756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3167FC-0F74-47A2-887B-C8619204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841" y="2358296"/>
            <a:ext cx="83017" cy="830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45B632-CBC4-4CED-B411-51C2B8AC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721" y="4471812"/>
            <a:ext cx="120809" cy="1208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D48697-C47E-486B-A262-9EFC86C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490" y="4831165"/>
            <a:ext cx="105317" cy="105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D7367F-963A-4921-9B39-E1DC4BB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321" y="5695093"/>
            <a:ext cx="109985" cy="1099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EE261-9ED2-40C8-9F92-F6A7EACB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327" y="4859202"/>
            <a:ext cx="124394" cy="124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8E8AC3-F60C-464D-9DAD-49C71A96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382" y="4751052"/>
            <a:ext cx="124004" cy="124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08AFF7-74D8-41A5-86BF-3E982922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846" y="4027878"/>
            <a:ext cx="113167" cy="1131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F270BC-B078-4242-8A8B-5981F4BD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91" y="2138343"/>
            <a:ext cx="105571" cy="1055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FCD67B-20FC-4ACE-B1F8-723D32D3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99" y="1696581"/>
            <a:ext cx="116664" cy="1166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A26852-2FB6-439C-8F32-F42957D2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213" y="728922"/>
            <a:ext cx="115726" cy="115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28CA1F-80C7-456C-BFF9-A8AA27F5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725" y="861340"/>
            <a:ext cx="110757" cy="110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E2D2C2-4335-416E-9D6C-F59D35B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217" y="5242108"/>
            <a:ext cx="150254" cy="1502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2FDFC9-0783-4BFD-8903-79A923D0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481" y="5562413"/>
            <a:ext cx="149313" cy="1493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971B21-BE73-4097-8CE4-6E5290EB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09" y="5381761"/>
            <a:ext cx="134284" cy="1342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A60927-424A-48B6-87CC-D733BDBD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10" y="5537842"/>
            <a:ext cx="154710" cy="1547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7F0A0B-6A57-4A78-A92B-78F3056B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82" y="874039"/>
            <a:ext cx="142353" cy="142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95CE96-7FCE-4FCE-90E4-3243456E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920" y="708264"/>
            <a:ext cx="133212" cy="133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5A4234-2076-43A3-896C-24854C00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859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BUT SIMPLE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4E014E-5BF9-4F26-B5B5-5F61E3AF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00325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B6B6B2"/>
                </a:solidFill>
              </a:defRPr>
            </a:pPr>
            <a:r>
              <a:rPr sz="4500" b="1">
                <a:solidFill>
                  <a:srgbClr val="B6B6B2"/>
                </a:solidFill>
              </a:rPr>
              <a:t>CAN BECOME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B424FB-9376-4CAD-969E-3CCB6D4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968C7"/>
                </a:solidFill>
              </a:defRPr>
            </a:pPr>
            <a:r>
              <a:rPr sz="5100" b="1">
                <a:solidFill>
                  <a:srgbClr val="0968C7"/>
                </a:solidFill>
              </a:rPr>
              <a:t>FLAT.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C6DFF1-1A10-4716-B5F1-210971A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EA72FE-D1E5-49AF-BB52-4B2AB68E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130C544-508E-4113-B912-1176C0FB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22A3B9-350F-4850-8C7F-C0B2925F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8CEE34C-5AA3-48D6-B5B2-F1007C59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376AC93-8D57-4752-9556-1F74B8F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BDFE41-B169-48EA-99D0-813109D6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00CF862-36F0-41A5-9EC4-FF43F6BC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03 /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45475EB-76BA-4859-A99D-4D5EC485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0573A5-6C11-46B2-AD09-DB20CD3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Enter the complication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6458D5-2255-4487-8E22-7648125F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The first turn appears inside the busy field. Large type is close enough to feel physical, but remains readable before it passes the camera.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B2D808-825B-4269-BA68-E3A55E04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1593574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D210EE-78AB-4054-B602-12C71C8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82396-D2FA-4621-92D1-2918D1FB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710" y="3119588"/>
            <a:ext cx="51576" cy="515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EFA16-6674-44C6-9CBB-E1FAB6C7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29" y="4078853"/>
            <a:ext cx="46145" cy="46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14B68-38E8-4085-AC28-40F9682A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094" y="2792436"/>
            <a:ext cx="51297" cy="512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9BFA9-0580-4D4A-BD2F-1F5A2EFB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924" y="1821503"/>
            <a:ext cx="47729" cy="477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AF324-A620-4156-83C9-BC436915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386" y="2460239"/>
            <a:ext cx="48724" cy="48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08CDD-F004-4E74-9DFA-317E6537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868" y="3147051"/>
            <a:ext cx="67345" cy="67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05FBA-10DB-4A56-B98D-2ACEEE8A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135" y="3564135"/>
            <a:ext cx="76612" cy="766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ACFF9-88AF-441D-ABB6-10BBF98B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890" y="4141170"/>
            <a:ext cx="56311" cy="563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C0CFF-665C-47E3-808A-0C93C81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584" y="4495625"/>
            <a:ext cx="50409" cy="50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49B88-E78D-46E2-B4D7-FB49E0A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695" y="4312191"/>
            <a:ext cx="51512" cy="515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68B28-51F6-433D-85C6-0C5E7FAB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305" y="4222715"/>
            <a:ext cx="57208" cy="57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54838-816C-4B71-A189-6D1A70EB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649" y="4155392"/>
            <a:ext cx="63260" cy="63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E9970-25EB-484E-8973-EE532B19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794" y="3562919"/>
            <a:ext cx="65534" cy="655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A3693-A18F-4AFD-8F63-8CEBBC0B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254" y="2917536"/>
            <a:ext cx="63960" cy="63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BB586-6307-4824-BBB5-AF159ED6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357" y="2064726"/>
            <a:ext cx="68986" cy="689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4FEE8-B4BE-42EC-9A30-D77CB119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248" y="1773413"/>
            <a:ext cx="60942" cy="609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B570D-BC1A-4B3D-A0BE-48A22BE2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908" y="1530078"/>
            <a:ext cx="59952" cy="59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F36B5-CD21-4624-A18A-C44DC0B3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740" y="1543468"/>
            <a:ext cx="71067" cy="710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397A9-559F-42A8-8AEF-246BA06C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620" y="1576077"/>
            <a:ext cx="76544" cy="765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9C4C7-2514-48BE-B4DB-F41ABE66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723" y="1966592"/>
            <a:ext cx="54258" cy="542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C2F89-61B1-404B-AED2-E1826699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23" y="2443664"/>
            <a:ext cx="65583" cy="655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0595B-7469-4C79-A866-A73723C1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997" y="3671055"/>
            <a:ext cx="86818" cy="86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8AE6C-B359-40D5-83D8-84519F6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531" y="4517883"/>
            <a:ext cx="84569" cy="845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707AF-B903-42CC-88C2-CDB9313E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971" y="4608127"/>
            <a:ext cx="73006" cy="73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697BB-838D-4548-808D-A1F2DC05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930" y="4809761"/>
            <a:ext cx="88666" cy="886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EAB5CC-95F7-4FF8-B635-8F42BC98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003" y="5010761"/>
            <a:ext cx="94975" cy="94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1AAFE-7162-46EB-93F9-D4620DD0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308" y="4997461"/>
            <a:ext cx="90893" cy="90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523FE-D68C-46DC-8150-3A6C8D5B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543" y="4442545"/>
            <a:ext cx="98597" cy="985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390FDE-B42A-4178-A7A6-01E5B8C3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918" y="4189198"/>
            <a:ext cx="91363" cy="91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042AB-6A7B-4899-9F6A-F22520D2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05" y="3443466"/>
            <a:ext cx="72830" cy="72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60E94C-DEFD-44CC-AB39-3E6323BE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602" y="2824143"/>
            <a:ext cx="97362" cy="973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158C89-D4B0-40BE-B07F-FC90B3EF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942" y="2132461"/>
            <a:ext cx="85495" cy="854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442008-5454-4C5B-834F-3EBF0D81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242" y="1396513"/>
            <a:ext cx="95723" cy="957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17E50D-7E50-49A2-A061-5D507EF5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573" y="1062239"/>
            <a:ext cx="92233" cy="922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FEE45A-363E-4E45-9BC1-8F6FA640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472" y="873844"/>
            <a:ext cx="84136" cy="84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FFB3FE-33C6-4572-902A-B26B6B6F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589" y="814788"/>
            <a:ext cx="90157" cy="901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6AA544-5DB7-4E62-98F2-8B5E67B1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805" y="1185244"/>
            <a:ext cx="75668" cy="756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F8600E-450A-481C-B37C-A0598E9C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723" y="1197592"/>
            <a:ext cx="73255" cy="732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D28069-E0E2-46FE-A85B-9CDCDFB0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297" y="2002422"/>
            <a:ext cx="76497" cy="76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BDF83A-666C-4C25-8B42-ECFBE8FC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756" y="4399475"/>
            <a:ext cx="117699" cy="117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4F11D8-CC3D-456D-AC6F-BFC98DC1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9885" y="4587864"/>
            <a:ext cx="120357" cy="120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A8ABF8-8155-441B-B7BA-C254C260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426" y="5065722"/>
            <a:ext cx="122449" cy="1224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A7C585-C3CD-4ED4-BB6E-DCB0CC85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915" y="5203797"/>
            <a:ext cx="118224" cy="1182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2A6DBD-CCE8-470A-BF57-356E3426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376" y="5219706"/>
            <a:ext cx="122576" cy="1225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71D662-B605-4812-A1C1-0DF8EE5F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885" y="5245743"/>
            <a:ext cx="121229" cy="1212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9CE96A-EBDC-419B-A941-E25CDD1D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64" y="4910569"/>
            <a:ext cx="102445" cy="102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94E108-73FC-451A-BCA4-113DC2B7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10" y="4481680"/>
            <a:ext cx="99241" cy="992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86AF36-634E-43D4-9FB0-15D13A96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22" y="3954916"/>
            <a:ext cx="121138" cy="1211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BD33D8-F947-498F-BACE-C14719AF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51" y="2073443"/>
            <a:ext cx="103110" cy="103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9BE97B-7C35-4AA8-A7AA-8BA0A575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98" y="1350005"/>
            <a:ext cx="120134" cy="1201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3652A2-E6D1-4AC5-BB17-E7F24C78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661" y="955796"/>
            <a:ext cx="102116" cy="102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C2FA41-D9E0-4C26-A372-84D1473A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776" y="672642"/>
            <a:ext cx="111033" cy="111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B1F9F1-22E6-4535-9341-8B33CEC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524" y="708475"/>
            <a:ext cx="118643" cy="1186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B68344-BEDA-4E7C-A4EC-A05378C8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043" y="1130855"/>
            <a:ext cx="108515" cy="108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FAFC14-0FE6-4684-A189-F3BE339B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228" y="1619354"/>
            <a:ext cx="100908" cy="100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E57E8A-321D-4F11-9388-D06F8C64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8541" y="1910111"/>
            <a:ext cx="98455" cy="984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1BC617-3F85-455E-A04A-9A62011D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06" y="4785070"/>
            <a:ext cx="144008" cy="14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F4FAB7-4BEF-4806-9BDE-11730F1B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637" y="5304557"/>
            <a:ext cx="141566" cy="1415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D49BD4-C8AC-4AFB-840D-EFB60EA7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846" y="5458389"/>
            <a:ext cx="139922" cy="1399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0549B7-4BAB-4AE2-B95C-202C918E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098" y="5559116"/>
            <a:ext cx="140787" cy="1407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0B3ED7-C3DB-45D1-9698-1134C6E5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123" y="5630324"/>
            <a:ext cx="151059" cy="1510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45A12D-628C-455E-B66E-E2CE4509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077" y="5605497"/>
            <a:ext cx="152585" cy="152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BCBA20-699D-46DA-ADEA-D8A579C2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796" y="5213094"/>
            <a:ext cx="134217" cy="134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6EB8A9-5612-4345-9A39-46810139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260" y="4918651"/>
            <a:ext cx="150921" cy="1509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6CFB17-5739-427C-A7FC-5E063723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04" y="680590"/>
            <a:ext cx="136877" cy="136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3A6D66-4F66-434C-808D-154871BE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487" y="624219"/>
            <a:ext cx="148277" cy="1482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47E6CD-C311-448C-9EEE-9E9E667D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6523" y="1012558"/>
            <a:ext cx="146018" cy="146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5A0183-0AE6-42E0-8FF8-03BBE5C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85900"/>
            <a:ext cx="6286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CDB03A-CAA7-4839-A188-957867D6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80975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CLARITY SHOULD MAKE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DA7C18D-6C1A-4C0C-8FE0-7966D234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3622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007A64"/>
                </a:solidFill>
              </a:defRPr>
            </a:pPr>
            <a:r>
              <a:rPr sz="3675" b="1">
                <a:solidFill>
                  <a:srgbClr val="007A64"/>
                </a:solidFill>
              </a:rPr>
              <a:t>COMPLEXITY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4658B2-1AAC-42F5-97A9-809C6D9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9527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UNDERSTANDABLE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4FA053-F3FD-45B4-846D-5B087626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6766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77772"/>
                </a:solidFill>
              </a:defRPr>
            </a:pPr>
            <a:r>
              <a:rPr sz="1500" b="1">
                <a:solidFill>
                  <a:srgbClr val="777772"/>
                </a:solidFill>
              </a:rPr>
              <a:t>WITHOUT REMOVING WHAT MAKES IT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210D39-B982-4087-9129-8BD26A3F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386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9A00"/>
                </a:solidFill>
              </a:defRPr>
            </a:pPr>
            <a:r>
              <a:rPr sz="3150" b="1">
                <a:solidFill>
                  <a:srgbClr val="F59A00"/>
                </a:solidFill>
              </a:rPr>
              <a:t>HUMAN.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A725A34-DFA1-4F07-AD5F-562D1444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F6013E-B8AB-40EF-8151-4438BB36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1B2585B-8823-497F-B2C8-A458F8DE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8072E39-5206-45FF-8BE8-48A878B0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B80E943-B1A0-4379-B847-D85D59C3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583C94-B017-4599-8538-77E8E701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D08E99-26A9-4EC0-8C34-DEE09ACF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519E94B-C2C5-42C8-AC1A-BC59145A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04 /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3CC03B6-0D6A-47FE-B5D4-0CD3138E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B88B41-F547-4921-8536-69E7785F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The stable reading plane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3FBB2D-8DF0-454B-94E8-5E90BB50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Camera motion pauses inside the cloud. The essential sentence holds long enough to read. HUMAN receives the only strong color emphasis.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2659D6-8609-480B-BD57-99C4D05C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869841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AAC61-077A-4F1E-9A06-30BCAA14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57EBB-5395-42DF-9CFB-279C9B4A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900" y="3920211"/>
            <a:ext cx="23344" cy="23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7E5CE-1566-423A-B571-5711FBF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421" y="4945956"/>
            <a:ext cx="57592" cy="57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098E2-8645-4F9D-846E-1F8BF5D0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91" y="2879591"/>
            <a:ext cx="47749" cy="47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59777-F465-43EB-B2B6-20E789F0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619" y="1405460"/>
            <a:ext cx="39607" cy="396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92D09-4515-488D-8AD8-15D0034D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15" y="3378959"/>
            <a:ext cx="60140" cy="601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411E6-C63F-4AC5-BA4C-C027EFCE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376" y="2940292"/>
            <a:ext cx="34424" cy="344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F7E49-1FC3-49F2-B2B1-2895FD03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684" y="1170005"/>
            <a:ext cx="47667" cy="476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7A3FE-3989-47D2-9967-ECBC1C8D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479" y="2377337"/>
            <a:ext cx="58127" cy="581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31BBF-1B60-4CE9-8F5D-1C3250BD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422" y="3004007"/>
            <a:ext cx="40870" cy="40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46E41-C8B2-48C7-8E0A-C61D8787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193" y="4566773"/>
            <a:ext cx="29182" cy="291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D4FFB-B367-4A75-A5F3-03EA1CE9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932" y="1422142"/>
            <a:ext cx="25775" cy="2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D5265-4F66-41FD-9077-247F7C2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18" y="3494249"/>
            <a:ext cx="55352" cy="55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EDE27-C900-4C25-9C26-0D0C8F1C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8" y="4013362"/>
            <a:ext cx="27326" cy="273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96E50-AB81-461E-8C82-6BCB9F91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589" y="5543334"/>
            <a:ext cx="48702" cy="487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7E90A-5560-4A1B-908D-DE4564C0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646" y="1765760"/>
            <a:ext cx="25774" cy="25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9FA8F-450A-4516-9598-89EAABF3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860" y="1528490"/>
            <a:ext cx="30539" cy="305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7FF16-09D6-46B8-A65F-D932D759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827" y="3714716"/>
            <a:ext cx="47833" cy="47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9EFF1-C048-46EC-AD39-7C28DBE3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319" y="2714036"/>
            <a:ext cx="63298" cy="63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A5664-FC71-4D27-B2BE-71C77BE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87" y="2335708"/>
            <a:ext cx="33599" cy="335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F1203-4B0B-4DD4-96F6-FFFD8097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308" y="5050376"/>
            <a:ext cx="60869" cy="60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7C2E3-3E2A-4942-A6A1-4623000E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191" y="3971726"/>
            <a:ext cx="31951" cy="319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D6B4F-04F0-47D5-B657-2CB4B6D2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268" y="3484288"/>
            <a:ext cx="40759" cy="40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9655B6-A846-4E65-937C-DCF7F11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156" y="1977425"/>
            <a:ext cx="41801" cy="418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D7499-70BB-4E73-9BA9-9C1739D5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694" y="1147226"/>
            <a:ext cx="44005" cy="44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B1841-EED0-48B8-BA24-3A54A2C4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180" y="4211147"/>
            <a:ext cx="57822" cy="57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19041-542C-46C4-AFCC-E10E9B43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110" y="1334898"/>
            <a:ext cx="22084" cy="22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4F6DF-BD2F-42C6-A1BC-9E35141D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98" y="2359862"/>
            <a:ext cx="42568" cy="425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A48450-A05F-4AB4-AE79-ECB31F8A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88" y="2446418"/>
            <a:ext cx="64573" cy="64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AB8AF-19E8-4DFE-9E57-F869E366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81100"/>
            <a:ext cx="4572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I learned that first</a:t>
            </a:r>
          </a:p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through graphic design.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6CA256-9B2B-493F-9C45-A9463290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Type, image and rhythm can turn noise into meaning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without erasing its energy.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8E72AD-F966-4F26-A1FD-41690DE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68C7"/>
                </a:solidFill>
              </a:defRPr>
            </a:pPr>
            <a:r>
              <a:rPr sz="1800" b="1">
                <a:solidFill>
                  <a:srgbClr val="0968C7"/>
                </a:solidFill>
              </a:rPr>
              <a:t>TYPE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B7D423-4243-4210-9112-AB5C9A6C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67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A00"/>
                </a:solidFill>
              </a:defRPr>
            </a:pPr>
            <a:r>
              <a:rPr sz="1800" b="1">
                <a:solidFill>
                  <a:srgbClr val="F59A00"/>
                </a:solidFill>
              </a:rPr>
              <a:t>IMAGE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9E8FBF-DA25-40BA-8128-2D568D34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67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A64"/>
                </a:solidFill>
              </a:defRPr>
            </a:pPr>
            <a:r>
              <a:rPr sz="1800" b="1">
                <a:solidFill>
                  <a:srgbClr val="007A64"/>
                </a:solidFill>
              </a:rPr>
              <a:t>RHYTHM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0AFC32-74BE-4E8A-BE74-DB2AF5E7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6800850" y="1771650"/>
            <a:ext cx="1238250" cy="1809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24B9DA-BB2C-4149-AF32-CF68E42A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185" y="1948060"/>
            <a:ext cx="66281" cy="662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310F5C-5A2F-44A0-88CF-95CC1783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353" y="1955928"/>
            <a:ext cx="50544" cy="505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8A0194-219B-4DFF-98A2-6A5FE70E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478" y="1952403"/>
            <a:ext cx="57595" cy="57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944360-F5BE-4295-85CB-19647AC1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62" y="2232017"/>
            <a:ext cx="54626" cy="546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4B3170-75CA-46ED-B819-BD1152C4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834" y="2234839"/>
            <a:ext cx="48982" cy="48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612064-3A37-40E5-BCEA-FFF0DFCC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92" y="2223697"/>
            <a:ext cx="71266" cy="71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FE7690-1BD5-45A3-8EFA-C2845DD5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397" y="2501182"/>
            <a:ext cx="72556" cy="725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384317-9998-4E41-B2D3-621329B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812" y="2507947"/>
            <a:ext cx="59026" cy="59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0811CE-47CC-4F73-A25F-663C8E00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180" y="2506665"/>
            <a:ext cx="61589" cy="615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BFF1F2-F33C-438E-8AB3-A5BBCB8C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4" y="2508889"/>
            <a:ext cx="57141" cy="57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E1717E-DD70-4567-A5B6-7FF65989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09" y="2790924"/>
            <a:ext cx="49333" cy="49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DDF05F-46D7-4C2C-AA21-92516A95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565" y="2795830"/>
            <a:ext cx="39520" cy="39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CAEA90-BBD1-4556-8F41-03C7C52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8369" y="2793984"/>
            <a:ext cx="43213" cy="432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C36156-70C8-4C5B-BD88-0EC7A97A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308" y="2794273"/>
            <a:ext cx="42633" cy="426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796801-83DD-4704-9043-53560BBC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648" y="3063693"/>
            <a:ext cx="60053" cy="600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DFA2EF-25B3-47F0-B649-92558AA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968" y="3068713"/>
            <a:ext cx="50014" cy="500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0943F8-D633-4E2D-A6D8-EA159E85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337" y="3062432"/>
            <a:ext cx="62576" cy="625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25A10F-93CC-4EE1-B956-FE601F53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821" y="3067266"/>
            <a:ext cx="52909" cy="529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F58A44-EF35-4211-8F92-9408DA1E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634" y="3346209"/>
            <a:ext cx="51283" cy="512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50740B-1088-4B20-A844-17ED85D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7134225" y="1562100"/>
            <a:ext cx="1238250" cy="1809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488AAE-4A9D-45BC-80A5-14278A52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566" y="1744516"/>
            <a:ext cx="54268" cy="542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E2FC65-39C7-4CB0-8791-1A38C5B0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517" y="1738167"/>
            <a:ext cx="66967" cy="669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09528D-0A90-433C-8A25-145FA799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58" y="1741758"/>
            <a:ext cx="59783" cy="59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0E0E59-D7B1-4D0B-B79D-41AE7417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418" y="2023498"/>
            <a:ext cx="52564" cy="52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DEB161-12FF-4EB5-B485-424CE5BD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503" y="2017933"/>
            <a:ext cx="63694" cy="636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84E97F-BF49-48CB-8C54-50926A15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524" y="2016304"/>
            <a:ext cx="66952" cy="66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13B660-A505-4FC5-9249-2D94F663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792" y="2025922"/>
            <a:ext cx="47717" cy="477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DEB7B8-E92A-4FFD-8CE2-6E019788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178" y="2298088"/>
            <a:ext cx="59644" cy="596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3B2583-A4A3-4542-A796-A39DC4D8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914" y="2307174"/>
            <a:ext cx="41472" cy="41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795524-C673-44A7-9276-C2EBF029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529" y="2574519"/>
            <a:ext cx="63042" cy="630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9A1C81-D4E9-4507-957F-1BAB4B1C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044" y="2573734"/>
            <a:ext cx="64611" cy="64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922DD7-6393-46E2-88B9-278A7366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574" y="2850694"/>
            <a:ext cx="66952" cy="66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36F6C4-BFA7-48C4-AF1D-DD1E5DD6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049" y="2864869"/>
            <a:ext cx="38603" cy="38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6FA920B-0DC3-4FDE-87BB-26A7417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303" y="2862473"/>
            <a:ext cx="43395" cy="43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098067-1069-4AD9-BD49-5070B66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803" y="2863323"/>
            <a:ext cx="41695" cy="41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B71F73-05E4-4ADC-8976-46AB91EC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425" y="3131675"/>
            <a:ext cx="61249" cy="61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78D728-7223-4EEC-A519-0E45A01D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006" y="3142606"/>
            <a:ext cx="39389" cy="39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7DD5A1-8A12-49A2-B897-DCE6B870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919" y="3140869"/>
            <a:ext cx="42862" cy="42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B62C53C-887A-4FF9-A510-0A04B9CD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215" y="3141865"/>
            <a:ext cx="40870" cy="40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F969458-8327-4A4B-BE1B-C919248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7429500" y="1924050"/>
            <a:ext cx="1238250" cy="1809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DDB528D-3030-4D85-89A7-40E024D8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761" y="2101086"/>
            <a:ext cx="65029" cy="65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2604341-EAB6-4FC4-AFAF-132080F4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989" y="2380744"/>
            <a:ext cx="61972" cy="61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B7C46A-ECD5-42EB-8200-7BE3B6CF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911" y="2386366"/>
            <a:ext cx="50728" cy="50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29DB0AF-9F3C-4E29-B994-9677E42E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041" y="2668576"/>
            <a:ext cx="42569" cy="425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7350F65-F757-4F44-B46C-B140BE2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021" y="2667906"/>
            <a:ext cx="43909" cy="439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C4A27B-0EBB-4C25-BBF6-F9F806D3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665" y="2669900"/>
            <a:ext cx="39920" cy="39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B9086DC-AD76-4731-AB26-45132BA2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78" y="2656563"/>
            <a:ext cx="66595" cy="66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6B51E0-443D-4AD5-9BAB-F745713A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015" y="2939680"/>
            <a:ext cx="56620" cy="566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DD583CE-7091-4041-844B-C9B8618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102" y="2939117"/>
            <a:ext cx="57746" cy="577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4829337-91CF-4FAB-BC35-B6E7FED3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423" y="2948788"/>
            <a:ext cx="38404" cy="384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ABC9144-ADAE-4392-98AA-4119A795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0933" y="2942648"/>
            <a:ext cx="50685" cy="506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B18AD50-0FE1-466A-AAA0-0F305FAE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729" y="3503654"/>
            <a:ext cx="41193" cy="411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A23375-EB98-4DFA-A3AE-77606B4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642" y="3494267"/>
            <a:ext cx="59966" cy="59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E568C83-A49D-4294-BC8C-DC3E86A5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964" y="3494289"/>
            <a:ext cx="59922" cy="599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9409458-9836-4986-92F7-1509ABFE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243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FLICK / TAP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B96271A-CE16-47C9-9426-2EC271B9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E8B1672-2BFE-49A5-9C38-C233B10A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6C4999-216C-4004-AD3B-BA2A0720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8FB9706-59F4-4857-A883-1E4FC00A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CBEF0B-7B73-4E7D-B1BF-B47FB7C0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134C552-8202-439E-B55D-2B9D0B8E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517F9A8-FF9D-4100-A24A-1F4DFEC4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7B16B94-AE7A-49D5-A83E-805F5931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05 /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5A6686D-1262-43F7-AAF9-95CBC380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977A8DA-CB1C-4D48-907B-083FCFB0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Quiet prose: origin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842DC17-989B-42E8-A2B3-17133BA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The environment withdraws. Lines reveal vertically while the highlighted words provide salience. A poster stack introduces evidence at the exact moment graphic design is mentioned.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C71FCFC-231C-44D3-8922-B0DC400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1876415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A1204-5402-4C7A-8E4A-2FBF8B45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D012F-A415-40C9-9D05-43EB61EB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90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TYPE, IMAGE AND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4CF94-3BF0-47AB-AE64-B696770C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772"/>
                </a:solidFill>
              </a:defRPr>
            </a:pPr>
            <a:r>
              <a:rPr sz="1650" b="0">
                <a:solidFill>
                  <a:srgbClr val="777772"/>
                </a:solidFill>
              </a:rPr>
              <a:t>can 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AE695-3458-4496-9572-A09D4F4A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535" y="4094357"/>
            <a:ext cx="95639" cy="956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860BB-79D1-48BA-B4E5-86C65A3B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46" y="2711965"/>
            <a:ext cx="101382" cy="1013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FC85F-A6EA-445C-B766-29346ECA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841" y="2373582"/>
            <a:ext cx="82752" cy="82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46EB9-C8C7-4859-830C-16A73785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327" y="4394737"/>
            <a:ext cx="135409" cy="135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C30E4-2991-4C78-8366-4DE620E5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07" y="2730223"/>
            <a:ext cx="96887" cy="96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EF4F6-3B11-47FE-AAE7-585ACAC2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251" y="4261095"/>
            <a:ext cx="61094" cy="610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96869-3E6C-4353-9185-95F57C7D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37" y="2678648"/>
            <a:ext cx="90584" cy="9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F8802-8E39-4EE1-A398-9C277058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562" y="4065152"/>
            <a:ext cx="49941" cy="499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62168-12B4-4D06-86DC-9C88531D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419" y="3055725"/>
            <a:ext cx="54981" cy="549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DEEFA-DAB7-4644-A327-E7C39E56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556" y="2899552"/>
            <a:ext cx="117941" cy="1179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A4A09-92B8-47AC-9C25-2210B9A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039" y="2993636"/>
            <a:ext cx="112018" cy="1120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7B901-5400-4A5A-8930-16372C0E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101" y="2439802"/>
            <a:ext cx="64187" cy="641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C6F2B-FDEC-4C81-89CF-97172EAE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898" y="2424574"/>
            <a:ext cx="127999" cy="1279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A905F-2697-4408-BA12-D1DAF5FF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98" y="2480249"/>
            <a:ext cx="73846" cy="738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4A9FC-6F00-4341-813A-F1DEBE56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077" y="4344946"/>
            <a:ext cx="105834" cy="1058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E5446-2687-4C9F-8FA3-B2857844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649" y="4401995"/>
            <a:ext cx="42410" cy="424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83B5B-6E0E-46E0-9CFC-9B2BB5FE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653" y="3180206"/>
            <a:ext cx="98638" cy="986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C9919-23E2-4DAF-A48E-41F31B28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773" y="2265462"/>
            <a:ext cx="135806" cy="1358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CC54B-4B4B-4DAB-ABD1-94272A6E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315" y="4265497"/>
            <a:ext cx="101912" cy="101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760FD-A4FC-43B3-92D8-6B4D3C16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969" y="3266147"/>
            <a:ext cx="71781" cy="717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C64F3-2D7B-4343-9A6A-50E4791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528" y="2947423"/>
            <a:ext cx="38581" cy="385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8E088-B6C9-41E5-98B9-0A111082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485" y="2248919"/>
            <a:ext cx="94357" cy="94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23140-4AFF-4E9E-8315-562E4A71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949" y="4155174"/>
            <a:ext cx="65507" cy="655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05D61-43BF-420C-A012-AAF96FB1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81" y="2540020"/>
            <a:ext cx="98047" cy="980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F6D83B-FC34-4FDF-B075-5571B054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596" y="4431239"/>
            <a:ext cx="58468" cy="584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EE0BA4-BF7A-4849-A4A7-6C7CE74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046" y="2915294"/>
            <a:ext cx="102249" cy="102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52715B-26C0-4B30-9CBD-405D4100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109" y="2182318"/>
            <a:ext cx="104410" cy="1044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FC1DC6-1AD0-45D0-9BBB-E63FB2E0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662" y="4063724"/>
            <a:ext cx="132701" cy="1327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E35516-B0F0-4F12-9BE9-46ECB6CF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666" y="3784472"/>
            <a:ext cx="57861" cy="57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8A801F-33A2-4A13-993F-F5145024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74" y="3304252"/>
            <a:ext cx="81509" cy="815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E7F608-0083-4693-9399-F63FDF11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005" y="3139721"/>
            <a:ext cx="104622" cy="10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429EA-610A-4B56-BA23-4C3F587F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649" y="3463903"/>
            <a:ext cx="117246" cy="1172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EE82A8-DBE1-4DD9-A7EA-11848746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279" y="2502087"/>
            <a:ext cx="46718" cy="46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71D569-C356-4490-BC62-D52463AC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847" y="3379792"/>
            <a:ext cx="44912" cy="44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B65050-8D25-49E3-84FE-93E6349A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182" y="4145223"/>
            <a:ext cx="51825" cy="51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962567-1752-4166-8441-4A4F038F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134" y="4486484"/>
            <a:ext cx="130371" cy="1303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59DE93-DE01-4CBA-B656-9E078051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658" y="2818244"/>
            <a:ext cx="123959" cy="1239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19F6CE-A8EE-407D-B866-7D11FD87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999" y="4189792"/>
            <a:ext cx="74550" cy="7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0F1F52-D353-48A2-98A1-2A286816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319" y="4269099"/>
            <a:ext cx="124242" cy="124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CDCC63-C575-4660-8F2D-496AB4A3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369" y="2601770"/>
            <a:ext cx="137914" cy="1379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ACD007-C289-4B21-B53E-F294E952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110" y="3274786"/>
            <a:ext cx="113131" cy="1131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AD20A9-8D6D-4BEB-8924-987FFF9D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273" y="3377351"/>
            <a:ext cx="71801" cy="718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FC58A1-AD1D-41C4-B0BC-2D94420B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25" y="2598110"/>
            <a:ext cx="99716" cy="99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5BC813-A6AA-4FCC-B612-07C1D0D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512" y="4156829"/>
            <a:ext cx="85734" cy="857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CB874C-1CED-4E6C-ADB5-033BE163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223" y="3357538"/>
            <a:ext cx="112486" cy="1124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F933F4-7B97-4CEB-B302-6D649A5E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770" y="2312633"/>
            <a:ext cx="78797" cy="787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A39275-86EE-425E-8B61-4DBB1C69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743" y="2757493"/>
            <a:ext cx="134371" cy="1343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45E79E-95E9-43DC-BE8F-C69BF33E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782" y="2608244"/>
            <a:ext cx="106878" cy="106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8AE1CB-ADF4-4AAC-B9EB-94466A7E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520" y="3827296"/>
            <a:ext cx="130640" cy="130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4E4654-014F-4B1F-91D9-2B32F49E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349" y="3928312"/>
            <a:ext cx="142691" cy="142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2A4C7D-386A-46A2-A619-3A1022B1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600" y="3888402"/>
            <a:ext cx="55383" cy="553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D0D1CB-CA61-42EB-8766-7A6FC3C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503" y="2722755"/>
            <a:ext cx="42951" cy="429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8152E5-7FAE-4E3E-8682-4D0BD417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656" y="4498125"/>
            <a:ext cx="65148" cy="65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7A1659-5566-435F-B4EE-10ABEF8D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624" y="3468415"/>
            <a:ext cx="65632" cy="65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5748D7-5C55-408F-A04F-31CF6C2C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908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B6B6B2"/>
                </a:solidFill>
              </a:defRPr>
            </a:pPr>
            <a:r>
              <a:rPr sz="3825" b="1">
                <a:solidFill>
                  <a:srgbClr val="B6B6B2"/>
                </a:solidFill>
              </a:rPr>
              <a:t>NOISE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DE357F-F839-4C71-98A6-66F14594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718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59A00"/>
                </a:solidFill>
              </a:defRPr>
            </a:pPr>
            <a:r>
              <a:rPr sz="4050" b="1">
                <a:solidFill>
                  <a:srgbClr val="F59A00"/>
                </a:solidFill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3273E6-8C73-461B-8B52-9D403EBC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30289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CBFF61-DF31-44B3-B2FD-34C3D6A3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C47C0D-4D61-4732-BB35-7EDFE1E0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49C0D4-33A6-48AC-B8DC-F524901A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4C6B14-2578-474F-A613-F319A488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F83E37-BD1E-4692-BACD-526D0FFD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991156-238F-4F59-9139-4B670374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4496B6-2951-479D-9B4E-E843E6CC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4800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MEANING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AFBAE1-C11D-4866-97AF-890A2E6F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8100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77772"/>
                </a:solidFill>
              </a:defRPr>
            </a:pPr>
            <a:r>
              <a:rPr sz="1275" b="0">
                <a:solidFill>
                  <a:srgbClr val="777772"/>
                </a:solidFill>
              </a:rPr>
              <a:t>without erasing its energy.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718A33-A62D-44CD-8963-103281B6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E73DF7-2865-4590-856E-CB5CD9CB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79D634-BC85-4924-AFD3-4309A601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D5D187-C66B-41ED-9FE8-B647E10C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2CCB333-A9F3-4601-88D3-BE0047D8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03ED22F-35DB-4FFE-9C0C-1EC29B78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B25BCC-D89B-4428-8A6E-1E95F4B8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DCE38B-74B6-4281-ADB2-2A4B9CD4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06 /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A2B2D0-876C-4DEC-8410-61853AA1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B71F350-1034-44DD-98F0-9DFD1FFB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Embedded idea: noise to meaning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39B725-6979-448B-8025-CCA92BA9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A small animation illustrates the sentence instead of adding another full-screen world. Random dots and letter fragments align into a clear typographic composition.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E1A3AE2-05BF-4140-B99F-27B288F1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16600252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43D4F-6445-489F-AB3E-4AA70C06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7AA38-A6AE-4F9E-BCE4-89E7A63A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871" y="4453404"/>
            <a:ext cx="39711" cy="397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17A3D-4183-43D2-AFF3-A1E92D86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472" y="4419137"/>
            <a:ext cx="64168" cy="64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97B67-A617-4095-BCBC-F71BA175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078" y="4325608"/>
            <a:ext cx="19586" cy="195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075E5-A83B-4778-B4E4-3402F15B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804" y="3852833"/>
            <a:ext cx="29430" cy="29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2E831-1E79-4BBF-9FBA-1C1EE24C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782" y="3669655"/>
            <a:ext cx="46839" cy="468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E809D-2659-48B7-B2A4-B44F7444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514" y="3925930"/>
            <a:ext cx="66048" cy="66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4710E-D1F2-4357-AB8C-4F040510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934" y="4249733"/>
            <a:ext cx="44566" cy="445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D7336-9010-4B79-AACF-79254ED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3918" y="5043795"/>
            <a:ext cx="22049" cy="22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D9541-BCFD-461B-B498-8D4E9BD5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461" y="3773485"/>
            <a:ext cx="28802" cy="28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CB45A-35CF-4242-92A3-9BD56EA9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158" y="4007108"/>
            <a:ext cx="55546" cy="555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B9CEE-A0B8-4734-930F-3BE3AA0E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994" y="3520818"/>
            <a:ext cx="34866" cy="34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2F5A5-805A-4895-AA44-311DF40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488" y="3004554"/>
            <a:ext cx="40137" cy="40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9ADB7-A7E0-4826-A205-F978A3BA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022" y="3234210"/>
            <a:ext cx="41997" cy="41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B963D-659A-4C6B-988E-CB144C3B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017" y="4991577"/>
            <a:ext cx="45921" cy="459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AD9E3-378C-49D5-A4AA-6F396C52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146" y="2977871"/>
            <a:ext cx="43646" cy="436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DF3AD-5E63-4FB2-B56D-5FA6FED8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370" y="3982242"/>
            <a:ext cx="19560" cy="19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6C006-1E4C-4A7C-852E-9DB13370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457" y="4545930"/>
            <a:ext cx="51687" cy="51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46D5F-3530-4D08-864F-84BB7C28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266" y="4026678"/>
            <a:ext cx="33002" cy="33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1E997-F14F-4882-93F9-FC76685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596" y="2767533"/>
            <a:ext cx="40830" cy="40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20C4C-DB52-4EC6-A7D5-380EE8FD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585" y="3001227"/>
            <a:ext cx="35511" cy="355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06933-4BFA-4B8B-B617-2511DE06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632" y="3816158"/>
            <a:ext cx="27641" cy="27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68871-D72B-475B-93A8-2DBBC7DF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350" y="2891343"/>
            <a:ext cx="20207" cy="202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A6577-6D20-45FB-8920-E23F875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01" y="3103902"/>
            <a:ext cx="32051" cy="32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A7145-11A6-4337-866B-190E0D0E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322" y="4480255"/>
            <a:ext cx="47591" cy="475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5C20C-B2A7-498C-B05E-A763B0A9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300" y="4526645"/>
            <a:ext cx="51319" cy="513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DDECF-0BB8-4D62-BBC8-60265CF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952" y="4866971"/>
            <a:ext cx="36767" cy="36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1B61A-B519-4D22-AEA7-36EA639C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011" y="4417353"/>
            <a:ext cx="38155" cy="381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D12E38-285F-4067-8087-A74BDCBC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870" y="3257263"/>
            <a:ext cx="63641" cy="63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E9F71-3119-455B-A43A-CBDE1A16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441" y="4827470"/>
            <a:ext cx="33092" cy="33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ADF949-A3E9-4C18-8C0A-6C956BDA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52" y="3398286"/>
            <a:ext cx="49753" cy="497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DD24D-4FEF-4AFB-8509-1633CCE8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747" y="2917876"/>
            <a:ext cx="48079" cy="480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21714-D57C-4A7F-A2E3-0D8EC7CD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001" y="5044513"/>
            <a:ext cx="59115" cy="59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49DB39-13D8-4812-8C27-1E38245E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613" y="3160345"/>
            <a:ext cx="56530" cy="565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02DFC-A66E-4172-9D5B-07805FCE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61" y="4504268"/>
            <a:ext cx="51261" cy="5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858F7F-EE17-4E8B-B696-BB4D35E1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582" y="3471355"/>
            <a:ext cx="23020" cy="23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5FFD8-7001-4ADF-8271-A9C17469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921" y="3048263"/>
            <a:ext cx="42977" cy="429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70400F-DF70-42EB-9868-8BEED2B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637" y="3356345"/>
            <a:ext cx="54641" cy="54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169050-619D-4A01-AD1B-508B7C1A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322" y="3705933"/>
            <a:ext cx="61830" cy="61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0D1A4A-64C7-4870-9777-E8CD4EA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693" y="4715424"/>
            <a:ext cx="35203" cy="352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2284C6-2B71-4D99-900D-5C23EE79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1" y="3804828"/>
            <a:ext cx="37299" cy="37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EBF5C4-C030-47F8-85B3-CE8B1314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12" y="4467013"/>
            <a:ext cx="23882" cy="23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FD5A7E-867C-4D34-98AC-27BC0074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190" y="3911428"/>
            <a:ext cx="22084" cy="22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BF243B-2B30-4F4D-91E2-D3799872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904ABD-1A11-4D5D-B0E2-2DC423F8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232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A11543-36CE-4FF6-BC02-FA613CFD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791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F45086-E966-478F-911C-BFC5D001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350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DC7A75-2B1E-4C09-AAB6-C6090B6C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910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092D77-9AE5-4AC2-90BD-479B5D97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469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61D123-FCEA-4170-A795-CBF1F2B0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028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FC2FE0-4438-480C-A05D-21783DB3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CF9FDB-F795-4CA0-8E44-63B4F774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147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749120-DA9D-426B-B396-02DF5775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706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193CBB-8175-48FE-A06A-49D742E9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265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D04B2D-835C-4E57-91EC-941A199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825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83DE19-6F80-4FA4-B890-22A9F247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384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8AC325-45A0-4B2F-AEA9-8D499361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4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2D086F-D875-42FA-AFBB-77CA2361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50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5AB53F-4D06-41D8-BFD7-CD361D0C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238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B88511-FF67-4858-81E3-167F3D64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628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119C04-4577-429E-8B1F-052069BF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018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FE27C15-CDAB-45C4-ABAB-916EAF65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408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82028D-3349-4228-A591-92DF751E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798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8352D4-EEEB-47B3-9D45-9725908B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188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360BDC-103E-4C36-B7B5-C83AAFAB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578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BF8A78-B398-47DD-A24B-7684B22A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2968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8BAE2B-108A-4B17-929C-5DB81262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357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D2C3F2-634A-4DF5-ADB2-923E3F78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747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01A67B2-7228-46E5-AFDD-64A5C78C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137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43A7D3-E19F-4E24-8710-FD86C86F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527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98E54D-D0F6-4EE1-8C9D-FE709224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917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FC44DA-ADAF-4317-9680-222C5082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307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82722F4-E760-443A-B00B-58779BBE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697" y="249243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5FF8D1-32CD-4569-B6E8-1F6F0D1A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803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758F32-6DEA-489C-A385-A69A561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024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41914C-F4B4-4B96-AA61-50D5CA9E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245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284A855-E44E-4498-B183-63AC9AB0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65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3F98A7D-6C96-4936-9073-CBD88ADB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686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4522FD-E4DA-4AC5-A511-155910A4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06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306C7D7-F2DC-475F-901E-253EE19F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127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3FE881F-D783-4A21-A7BF-CF3C3E7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348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7082750-916C-454B-97A2-B28A68AF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568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FAFC45C-440F-4C76-93D6-5B94D95C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789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AEDFC97-B1C4-47F3-A9FA-07A542EE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009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951A05F-CA7B-4E4A-AAC3-9B2D1865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30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4016FA8-4A82-40F8-81C0-5976C375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450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BF07AF7-AFC6-4A0E-A9C7-EB3EAF8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671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D90CFCC-F03E-4E90-AA76-3DAD55EA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892" y="298680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7D14F57-0EB3-460A-ACFF-C3A3889D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369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6F10B4-DD85-40D5-8B3F-F46C928D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420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4A7E86B-E118-4690-A62A-FA1F27AE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471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894291C-98EB-41D1-A2B0-698CE039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3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186D6B8-EADD-4C9E-8B26-E3F0F08B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574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5D69D65-646D-420D-8142-8C928821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625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01CC6E-8FAF-442C-A817-08200066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676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C1D6068-D4F9-410A-8873-D5E08A2B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728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881BADE-178F-4E8D-A997-BF245427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779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7B9DF84-9942-41F0-9AAF-B7A2A567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5830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B992B63-5716-42EB-92C4-67D7472B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881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8F8E60E-0403-47E5-BEA5-4D9512A5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932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AFE9D7C-E003-465E-B2C9-3BED4213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984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FC04751-BE6C-4427-BD99-C37A436D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035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9B7FC7-9360-40C5-AA91-DF0153C4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086" y="36460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2526E9A-235C-4805-A0D3-266DDF72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934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43E459B-501B-4D78-9982-75228A98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816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628C7C-A8D1-4AA1-87C4-A12C6EB5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698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3F7A3EC-23E3-4237-B6B5-EEED5E22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580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18A270E-9E31-492B-9B08-80D666A4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462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9F7508D-7959-4D2C-AB41-E3BE52ED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344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71E3232-41EC-4331-AEEC-20694159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226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4D861E-8B20-49E3-B76F-591DD23E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108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EAC901F-A98F-4474-BE23-622E2377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989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75079E7-8BB5-4104-BA63-F7164310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871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2D2DA88-8E4E-49C2-9598-D134C33B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753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FDDA806-438F-425C-B4DF-90323079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635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705B576-2400-48D3-B9AE-9D67FAFD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517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8CF1BC5-4F8C-4A9B-95A8-049361ED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399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2899674-FD16-4BEF-A68E-36DCA82A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281" y="444148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C741484-EF32-4622-8D4C-D48FEBAE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89107E9-57FD-4F07-87CE-DBC0531F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12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2CD280-0FCB-4651-9166-5037DC4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2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A6D9F5F-29B7-4D3E-817E-6CEAB0B0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637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D734EE8-1F9A-407F-BF1B-92580063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5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89F3073-0701-40AF-ACDC-1F389EFF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62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A352E82-C12B-4171-BD13-640EBAE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77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A266FC5-D3E2-4639-A0DA-5148F8BE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1F4A5E8-5F45-43AE-B190-E7BB5D54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20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E5FE1AB-CCB6-4D41-B8E2-9FF05564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913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EC276B1-9AEC-4E6B-A664-29E0A54E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62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8B4765A-FE68-40E3-A920-46D74D3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338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A793CBB-C376-419C-A8EE-05845796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05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3A9C24D-1654-4D00-B4B6-61705547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763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BFABAD0-F1EF-411D-8A72-0F8177DA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47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2A9E051-9317-4201-8686-62771177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That led me into products and services,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E1D3209-4F5F-4D35-9DEE-B05CCA8F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049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where the same principle has to work at a larger scale: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25F9D49-B5C1-41E5-B9B8-AB616BD3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68C7"/>
                </a:solidFill>
              </a:defRPr>
            </a:pPr>
            <a:r>
              <a:rPr sz="1725" b="1">
                <a:solidFill>
                  <a:srgbClr val="0968C7"/>
                </a:solidFill>
              </a:rPr>
              <a:t>USERS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AA0CA04-D440-48C7-857A-BB4E2ECF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A64"/>
                </a:solidFill>
              </a:defRPr>
            </a:pPr>
            <a:r>
              <a:rPr sz="1725" b="1">
                <a:solidFill>
                  <a:srgbClr val="007A64"/>
                </a:solidFill>
              </a:rPr>
              <a:t>SYSTEMS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30BEF4A-61C2-47BA-96CC-AC878DE6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A00"/>
                </a:solidFill>
              </a:defRPr>
            </a:pPr>
            <a:r>
              <a:rPr sz="1725" b="1">
                <a:solidFill>
                  <a:srgbClr val="F59A00"/>
                </a:solidFill>
              </a:rPr>
              <a:t>CONSTRAINTS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AED7C6A-4BCE-4861-957B-DD7233AF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F000"/>
                </a:solidFill>
              </a:defRPr>
            </a:pPr>
            <a:r>
              <a:rPr sz="1725" b="1">
                <a:solidFill>
                  <a:srgbClr val="C9F000"/>
                </a:solidFill>
              </a:rPr>
              <a:t>DECISIONS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0B34B01-96F3-4F6E-B5B7-16BFE778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45DBC4B-79AE-4664-B383-395F954F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826DCA1-6434-432F-A163-C25693CB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1A01CFB-AAE4-4E24-BCB7-AC18AC36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7DB4DAD-E4F7-44B2-92F4-AC46810F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1DBE363-BB76-4252-8FEE-D88E84F4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83907A9-4B2F-4972-BFE9-FC7AAF80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80B9D58-434D-458F-9FA9-4D331541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07 /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D0470F7-C4BB-4DE6-918B-17277AF2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437C4D5-4E8A-45EA-8EB4-3B2CA69F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Scale up the principle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2BDFAFF-907C-46FD-8246-5AB6C91E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The prose continues while loose points begin settling onto a floor plane. This is the bridge from graphic design into products and services.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9C93802-A3A0-4CE7-9E76-AC5F5A33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149318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7BA631-1F2B-4087-A856-087D8130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5AEB7-2D95-4D44-BF46-8AF72BA0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3EDD4-B421-466A-9AAA-9AE2F2A7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232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29CFD-4C4B-485A-809A-C8D9E477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791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D445D-1FCC-47B3-966B-80A9F99B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350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5A0AA-D635-4DAC-9845-78671795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910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0D23F-41C0-4D75-8B50-146E16C9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469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B96B1-E1FC-4D20-B418-DF06159B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028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DE9C5-3797-4EC2-9600-23797941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E0D7D-2899-4118-899D-6CD949C7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147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020D8-F4C1-4100-AE79-E0414DD7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706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9AC19-9E15-4CA6-B580-8352E424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265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52FC3-BBF8-41E5-B141-D6DD2C0B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825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0DF9C-6CC1-42B6-8224-BEF67E51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384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7267E-2B03-4F1C-BFC1-FDDCDCC1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4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953CE-BBF9-439A-8F33-D5C42EE8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50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005EB-60CC-4FC1-B0EC-0F46B311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076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D88A8-3679-4B2F-B466-5CBA4D78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943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416F3-0CF1-4F62-9194-FA713055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810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E2C73-C45A-40D5-B863-7857FC0F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677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E8FF4-11DB-46B4-8C07-2A3C2EC3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544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A80F8-A6E0-401E-B81F-0E78CAB6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411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BFAE7-B5EF-47B8-95F3-0F3D6F04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278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DE871-226B-4353-A79D-2D5B3827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145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390A3-80A1-46FE-AFED-3A13E64B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012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1ADE9-83FF-466E-9549-D1A8C15D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878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3ECFB4-9165-4ABE-B608-5F0D20E3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745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594552-9D18-4E8B-B83C-A3E046D2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612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46FA9-F639-4427-B162-CC54B3A1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479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25468-007F-4EEF-8566-E2B67881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346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948A8A-CFB8-451C-AC31-28253C23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213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5C3EED-29B3-46DF-82CF-2ACA64E4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0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23F986-3D7D-47F9-8D18-DE37ED7D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655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146AD-588A-4465-8DD5-F6DD9360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29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47561D-6AAF-4087-98EC-5E1968A1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004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B7D8BE-38D3-476D-88BB-239F6396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178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531F3C-7190-41F8-A26A-7DFC7F8B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53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E60458-94A0-4DCA-AD2E-32C1EE1F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27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28DCA1-C69E-4B1F-9344-A9258A8C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02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35EEB2-7EB9-44FE-A81C-614F15B9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76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64C962-C031-4332-8B02-11358818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051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3D19AA-A7DB-4425-B7E6-E5672C8E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25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EA61B4-2E1E-4AD7-8A48-2808E2FB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400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85E4FE-BB18-48CB-834D-14265CCA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574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70ADA9-B50C-405E-933E-25F8DFC1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49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B634B8-869A-4B4F-A063-87E575B8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923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F1E7EA-9145-4853-B290-E8B25E3B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884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6755D4-3A27-400F-894A-67C9BA5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366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7D9003-CACB-4B45-87A3-83191923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848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6470DF-C6F1-416C-8C57-4833AD65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331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5A6FE6-C723-46D5-9334-D2A57B1E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813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78753E-0C08-4E2B-B8EE-9315CB3C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295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231F31-062D-43EF-A14C-F70D13B1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777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C8DF33-56B5-4539-BE5E-AED278D2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259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AE892F-D523-4AF4-8E9B-CBB03815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741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5ABF6B-1CD7-4250-B2AF-335DFBBC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223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452564-41F3-4BF1-803D-99D9C47D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705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CD25DD-609A-4B94-ADBF-DFDA0817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187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66A19D-D750-47F7-AD93-B80A2CA9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669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EC4733-A1C8-4825-AD9E-CC38D68E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152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03A26ED-B19A-44D2-A659-40E64FDC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4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58B870-E9CB-444B-B72C-815D28CE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8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CBF177-329C-4494-8BB8-E11BCF38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07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E85901-5344-4B38-B2A1-B0A3FE12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6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A10C5B-D90A-4FDD-8870-6ACA880A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657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FFCBDD-AE63-4B55-ACD4-E38A1260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447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15F58D-AFAA-4596-8EC5-927EF13C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37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D0CCD7-7F82-4FD0-BDFA-95019EA4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02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C071B7-833D-4A73-B1A6-9F73E45F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81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CBA232-47CD-44C1-935C-010FAF86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60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5807087-152B-4745-8D55-1D639205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39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B24392-1346-4A8A-B6E8-F5BFDD64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18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C902124-22AF-49BE-B606-434FAECA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97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F4A1C7-FEE4-40DA-BD91-710C4046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76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14DE2FE-0A17-4B1D-A931-4FAB37C9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554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A4E0F14-52EB-4EDF-BF22-763F91F0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344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2B7BB55-CF4D-4DBE-A878-6C77D36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92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9CA65C6-2650-467C-95DD-1077CB35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789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4E15D45-3D56-4817-8372-0A6A74D1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887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C678D19-8DD9-4F7E-AABD-528A4687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984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8F772DA-E8C9-4DC2-A4C9-49101CC8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081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3AB7F66-882C-47A2-8444-D28857C5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4ECDE8A-768A-4A0E-825F-453205E4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276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AD9DA21-AB8E-4F37-A75F-2EA1D501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373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0967F71-BD8C-4021-B29E-3E120D7E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471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0DF5D4-0C28-4BC1-B4F2-BF08FCE9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568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94C435A-C2D1-49E5-BB52-E1317846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665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E1F269-163F-4B24-811E-AE380C48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C411B38-36BB-44C2-AD90-13C36287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860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528DEA3-D497-4DB9-A515-0ACEDF37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57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7C9E170-65AD-4AC8-9850-3BFDCAF3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054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B342FBC-14B4-45C5-95B0-2E079142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9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0FE37DC-28A8-496B-A459-16CFB223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01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A7E279C-F4CE-4F2D-906B-A7138D42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90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360636-AACC-40CB-A1BB-E43D0837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311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16A9B7-F4CF-4893-8F9A-F42CE0C0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1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5D201F-E291-4B3F-A83D-8D000E65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12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922A7D0-CBA2-4D49-95D1-D7769E4F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52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B4E4B14-D4A8-46FE-BC45-2FDFD30F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93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76B3441-D21A-4DB8-B776-98D15CD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33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A8BDE66-6B73-4A9A-84F4-DAAA39AE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474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F6DA6A9-A74A-4BD9-8CF7-2535BFE9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14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D342C3D-D55C-41B4-A0A8-1B27840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55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C185A9A-FBEE-48A2-8B15-5470DEE0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30DB239-CE32-4A48-B1A5-EA37898A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36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A4D0A8-A9FC-4015-8144-86AF9E22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76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7E68173-B16F-48FA-B481-F02DB539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6DA860B-0120-4836-8BC3-4F5F208A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12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BCF73E-77B1-4A70-9AA8-EB2CC63B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2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5BBE90F-68F4-4151-A31F-68E40A6B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637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3AD6662-AB48-4C8B-BA08-6B9F4748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5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EEF9B7B-53A1-4176-A4EF-AADFC6F9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62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DD11156-94C4-4DA4-A047-4595A11C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77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3E82C1F-6616-4E98-A532-85DCD7DF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E623CED-AFE0-4542-A820-CDF1DB38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20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E8767B9-AEA1-42D9-B845-B0EDBFB7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913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B6E56CA-6FE6-4AC8-BA4E-9305195C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62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ADFF5D4-F286-400C-AF69-68EC74D0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338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FC729A1-80A6-4623-BD4F-948F762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05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1324BF6-2288-4A00-9CFA-06C47843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763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E8750E4-4594-4513-918C-BD3714C7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47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4A876CF-8444-4607-82DD-B4B12D29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15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TODAY I WORK ACROSS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752DF6D-F54A-48AA-99F2-CD14219C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38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68C7"/>
                </a:solidFill>
              </a:defRPr>
            </a:pPr>
            <a:r>
              <a:rPr sz="1950" b="1">
                <a:solidFill>
                  <a:srgbClr val="0968C7"/>
                </a:solidFill>
              </a:rPr>
              <a:t>PRODUCT + EXPERIENCE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988E7C4-181D-473B-8A8D-D0F040F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38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A64"/>
                </a:solidFill>
              </a:defRPr>
            </a:pPr>
            <a:r>
              <a:rPr sz="1950" b="1">
                <a:solidFill>
                  <a:srgbClr val="007A64"/>
                </a:solidFill>
              </a:rPr>
              <a:t>ART DIRECTION + MOTION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DFF0F63-3F46-4FB1-9C2C-8759FD50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9A00"/>
                </a:solidFill>
              </a:defRPr>
            </a:pPr>
            <a:r>
              <a:rPr sz="1950" b="1">
                <a:solidFill>
                  <a:srgbClr val="F59A00"/>
                </a:solidFill>
              </a:rPr>
              <a:t>3D + CREATIVE ENGINEERING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4BCE9DE-209B-4C29-BEC2-75BF25D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466702F-6612-4DBD-8C5F-4F5FB80F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8C6C5C4-4D5A-4F4F-9FC6-327A7E3B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DA151F7-FA5D-41AA-AAD5-C85E65EE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6626A85-AC39-46BB-9BC9-93114FF0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9D7F672-EA60-4C77-8971-8C1BD13D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17656E1-52E5-446E-9B86-11265FDE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9A0B055-BCD7-4B3D-A2E1-BD8A6328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08 /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8F05603-4614-46D4-BF4A-0782F122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31C0199-3155-43E4-B654-622579D2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The structured field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764AAEA-DAC4-4F62-84EB-DC1FB2AB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The cloud resolves into a precise dot plane. Disciplines sit in three broad regions rather than becoming a conventional skills list.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83F414D-C2FD-4069-9893-C1E1F0C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16642414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09A0E7-F873-41C5-97B0-DBA6B9B1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D96C8-87D9-406E-AC7B-43802328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A214D-FEB6-486E-9EFE-F2229E2F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232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DF994-AE30-4315-9426-0394C65D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791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A80C6-9653-44B5-B34B-8DFFFE25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350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C1D70-568B-49FB-857C-0EAC2CE2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910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B95C2-A3E6-436E-8B05-03F7F583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469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14B3A-01E4-4104-A27E-B9C2CB4B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028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87CF0-99F8-48AE-BB5A-26C467D5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D242B-D870-42AB-83A2-46EB9253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147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871F2-A6FE-48EE-98CC-7F32A338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706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E5F2F-F5B5-4AF7-A283-78296AA1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265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47C4F-F96E-4754-9AFC-8C10A5F0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825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9E9E4-307B-43DF-ACD1-1FC2FCD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384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5EE35-1EB9-4D1F-9739-38B1D3A3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4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A9264-ED3B-4EDD-A401-3E7C8ABD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50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53126-C83F-4C3E-A351-100C1E77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076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C3605-B7AD-43AF-A424-1A39E88C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943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F1AC3-428F-413B-96AD-0B4EDBA9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810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30A1A-C481-4393-A019-DE83F4A4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677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C8492-B294-4692-B588-7875AD2E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544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2A296-E0D4-46F5-9C39-FD25B808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411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B5F00-EB3E-40D6-87D5-9929985D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278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CA738-A09E-42B6-922A-0A690F7C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145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0255C-C55B-462A-BB63-477E3569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012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ED9D4-12EF-410C-A4F3-BC6A4E9C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878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CE652E-6EFA-4AF9-BA30-0C51E106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745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15B84-D2AC-4186-874E-7898A9EA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612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776A4-A538-4CE9-8508-9B1C9A5A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479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D5D325-93F1-45E2-8CFD-8BE532D3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346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9C54E7-C8C0-4AD0-B051-E02C5A3A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213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1E7E5B-D097-4079-A76D-F79F9AD7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0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625183-019F-4B8D-A762-AD41EBED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655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599801-9C60-4215-AC1A-A06F762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29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40E005-D3D9-4438-AA24-AE1EF0BB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004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CA76E2-57D9-4573-9E00-4928B59F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178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521195-7041-4DE0-8DB0-7914D713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53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4F61E3-D730-4696-B701-479D69BC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27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06C746-96FB-4B69-A10F-9BDD14DE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02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23DD0D-C115-4F3C-BF35-E06414C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76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23AFED-FDEB-4EDB-8A95-62D96672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051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6D298F-E4B6-4A0E-853C-BF2583D3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25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D876DD-FF81-4F92-908C-94FF19B7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400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CA99C7-0F44-4BE6-9BC9-98027336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574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0D2763-5FE3-463D-A006-7DC659DC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49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66209D-3427-4DC1-B2D2-E61DF16E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923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5FB1AC-F4BD-4A4A-B2BD-83FDD1D2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884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44FF80-610E-45F1-A87C-EEFCD8BB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366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6353B5-D5B9-4261-BF7E-8F204F78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848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32A9A3-7D22-41F3-A2D9-367C558A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331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609618-3698-4BF7-A10D-F51F5BD9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813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33A0AB-E896-46BD-9C0A-78D21671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295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874E0D-002B-41BF-84FC-42B12ACB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777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E1726B-25E0-4A9B-A071-0E8F6735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259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4B05A8-DB79-4170-B605-6C5108A2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741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9425D5-5F01-4D76-BA58-B0DBABDF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223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65A446-0032-4D4E-B470-2AA11B0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705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7CDD5E-5974-4187-B17E-7FD5971F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187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47D1B4-1B93-47C7-8F73-5BE13D61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669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96877B-2F13-4E6E-A3C5-82CBE879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152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E64781-0602-4571-8A9C-24FACE60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4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708C50-B838-4527-B802-3477CF2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8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91F262-DE43-4653-8D73-A076A501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07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432BA6-00EC-4AF5-AE0B-F742FDDC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6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DD3F6A8-C050-49F9-8E83-2675F042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657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2E4567-1291-4D4D-A901-4E00CC69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447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DC6BE6-FAD5-4DB1-AA7F-573C7C57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37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FDECEE-E93E-4BC4-A968-ABE3EC5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02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DF820E-42FC-400E-860C-CF95B8CA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81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98791CA-E430-46C3-AB82-5408E02F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60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D6A085-C8E2-4674-AB0A-D3EA34C3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39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23ECCA7-9F30-4A4A-8985-0F47F02D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18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E87F8C4-ED2E-4580-A604-24AD8AD6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97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84ADB3-DD14-4640-B308-9365866C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76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A6AB42-C58E-4BC4-A862-29C42CC0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554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D041721-46D1-453A-BF79-CC5C979A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344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98D5E0-7877-4876-B2AB-044D7792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92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5A6F14-5FAE-4CA9-93DF-2184551D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789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D5094D-70BA-4032-880D-AC4A8C26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887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889989-A4C6-44E1-8C56-635168EC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984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08B1E8F-D47E-4764-9B76-1CC471B1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081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1BEDF09-9DFE-422E-90BF-E8A746AE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7F2C442-98A7-4B5E-93B9-50662AFC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276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D5742AF-65F8-4020-958D-DC3177B2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373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A4EBE71-125D-4EE7-834B-B5DE0B0E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471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B26586-6662-46EA-81C1-D4551FFB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568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4E28300-E231-499E-A412-F7B0FDFE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665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C68F81F-F90B-4A27-B993-7A4D83F4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4A88DE-080B-47D6-9F7B-6AD0064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860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D3D5F9D-F67A-4099-B336-055672F9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57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1483242-A674-4DF4-9244-B3913494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054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7C8F1B1-FC68-43E2-9DD9-4DEBE29D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9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AE7FE11-E74C-4D96-B679-8AA3E453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01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B5ECD4-AB1E-4F2C-86B8-89F10F86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90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056CA5-83A1-42E4-9685-83C2CD1A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311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274B51-F861-479A-9A03-FF8194DB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1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A5A655-00A0-4A7E-9C41-DD59AC14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12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7DB436E-4997-4722-9B07-FEFD9C86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52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B1B5E7E-6C8E-4039-9015-2B720169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93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D11C5B0-EE98-48D1-BE7B-AA8C44DB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33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0184A5A-6A17-45D8-851A-F278FEA3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474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6CE42B6-66AE-4BDF-85D7-BB3C1310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14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2E6E1DA-65AD-4B15-96F9-68D99531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55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3C41EA6-9D46-4390-BC24-AF93D8A9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5AF05C1-1F21-484B-B7D6-01C29432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36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3CBA50-4E0F-4B15-AB3C-9A97493D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76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7730050-FEB2-497F-8D82-122C48C8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584D790-8AAA-4E88-A744-D5D082F4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12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B3BB7C8-8E6E-41F1-ABA3-FC6B9DAA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2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9E5066-B693-435F-9272-DB6D7891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637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DCBAF8C-F278-4C0F-9622-98B87AE1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5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62FB531-7C10-44AE-8548-3D25FB32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62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C598EC8-2533-49FB-AE9C-DE3050DB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77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B1C622E-AF2D-4570-A75F-66CC5402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AD63FED-93FF-4F18-A65A-CEAF8881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20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211BB70-2AA0-4454-A20B-76DA2902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913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9B7854B-A886-4A72-9865-3602EB82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62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5A29246-7D78-4F96-B94F-BD7AD254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338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727E5E6-7D35-44AF-9E51-CEDFE78B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05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67A9028-5870-4008-B37F-3AB136F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763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BA9411D-B093-4E21-A705-288CC655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47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E35B383-BCBB-44CD-9D0D-5D14426C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74485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6D8FD58-010A-4E08-8876-51BE6083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192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FIND THE STRUCTURE.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6F68530-5608-4089-B32E-76B30D4A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7A64"/>
                </a:solidFill>
              </a:defRPr>
            </a:pPr>
            <a:r>
              <a:rPr sz="2625" b="1">
                <a:solidFill>
                  <a:srgbClr val="007A64"/>
                </a:solidFill>
              </a:rPr>
              <a:t>MAKE IT USABLE.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ADE33F0-7878-48A0-ACF4-49F49EB9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145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9A00"/>
                </a:solidFill>
              </a:defRPr>
            </a:pPr>
            <a:r>
              <a:rPr sz="2625" b="1">
                <a:solidFill>
                  <a:srgbClr val="F59A00"/>
                </a:solidFill>
              </a:rPr>
              <a:t>THEN GIVE IT CHARACTER.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9848A4B-7547-468A-956D-80DFFEBA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AMERICAN HEART ASSOCIATION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E78EE86-3F47-4C9C-B325-CE540709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10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772"/>
                </a:solidFill>
              </a:defRPr>
            </a:pPr>
            <a:r>
              <a:rPr sz="1050" b="1">
                <a:solidFill>
                  <a:srgbClr val="777772"/>
                </a:solidFill>
              </a:rPr>
              <a:t>S&amp;P GLOBAL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2750553-222F-4E25-8FEF-4B5B14A3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10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BENTLEY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EE3D912-7D61-4312-A0F6-42A8E3CE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772"/>
                </a:solidFill>
              </a:defRPr>
            </a:pPr>
            <a:r>
              <a:rPr sz="1050" b="1">
                <a:solidFill>
                  <a:srgbClr val="777772"/>
                </a:solidFill>
              </a:rPr>
              <a:t>YOTI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14EF037-C5B0-4757-8C8C-3AC7F29A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81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SUNEXPRESS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4C4BEE8-38D9-456C-A0C5-D16EC049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44470E9-6BB3-4797-98ED-824E0E9B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A8EF9FA-EB29-4DF2-96D9-2A3C8582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34109AA-FEED-424C-BC23-3DFA4B1C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2F64227-3419-4560-A1E2-28A9BE90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38AAC22-985F-4A01-A032-C0E23E8D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8D036BC-F717-4923-9EAC-67B20250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9AA64D6-94EA-4BD4-AAD5-74C313DE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09 /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17D4F1C-969A-487E-9C66-D6F6CE58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11C3905-7891-4009-933E-5D7A306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Proof inside the structure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3551BF9-64EB-4953-A444-69A49E09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Client names appear as quiet evidence on the same plane. The sentence—not the logos—remains the primary read.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F811955-C0A6-4260-AE57-E48B33E9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11412880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E59EA8-443E-4AB8-A2A3-2F6838DE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BFDF4-87E7-494F-B2B9-866B0D41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95133-3F0F-4A54-8612-7862FC5D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232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64C69-964C-4712-B620-5FC443F1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791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CB64E-2C49-4162-A643-0A0337A5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350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3FA04-B75F-4FBB-B4CA-FB92267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910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5A1BE-68F6-4759-A8A4-0926ED54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469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32757-9687-43BC-8114-83721CCF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028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5D23-3625-48B5-86EC-CB69A40D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A48F3-8EC8-4479-855C-54D7AA78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147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9ED46-0290-4EAE-8AFE-CEB72899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706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D4B3E-42FB-41C6-87AE-6E78F575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265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87D3B-A2F0-48CF-A31E-29122538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825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6E23D-7D3C-478F-852A-5F13D019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384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53B91-C8B9-4DB7-95D1-27B185F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4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F7152-810B-4058-8F1D-E0585F7B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50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D1D8E-EE33-451A-A313-686170EF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076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B7A50-8906-421D-B11A-5DB238E2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943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B21FB-EA72-41EA-A580-96AE132E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810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19E59-AF9C-403A-B923-140BDE33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677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55DE9-47EF-45E5-A975-4E3EA17D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544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D789D-A212-4228-B12A-4CE26F39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411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A5FBD-F47B-42D4-BDE9-C9712903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278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03B76-2B6A-47B3-B672-A59403FE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145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017EE2-96C8-41CA-8A27-32FD5D71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012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7CAEB-7E62-4066-998B-E2866A6A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878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A06E4A-9F27-4524-AE91-F3D399F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745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B7136-1F98-4680-871D-D2C44D86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612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A15D6-779A-4FBC-8CE1-B192B158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479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01C174-6B17-485E-8D3E-E8F49BBF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346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6D43BD-D774-4C68-8862-0542D34E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213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1A1B20-C4E3-4B9D-A449-8D91F356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0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1D2D1E-3DF0-4D72-A8FC-328B81D3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655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530642-85A1-4C1D-AA8F-9000E17A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29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139232-626F-466F-8A29-4841C1F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004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EAF55E-67FD-48A7-8FB3-31646099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178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908BDF-0025-475D-88CB-B7B9F7E8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53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7F9AA8-F566-4D5C-A899-2A28B32D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27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2BFE9-BA23-4EED-8B3D-05007B0A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02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979F2C-DDA4-42C1-A6B5-516645BD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76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6DDC8D-0558-48C6-9696-A02D3205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051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AC14A1-76FA-4ABF-B3B6-0954C80E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25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672BEE-C2D5-4C66-83CF-C347F85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400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D50095-1C44-4764-8996-51C4DB4B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574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C1B32B-6B16-4EAD-A2F0-70CFB331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49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CDC532-9208-408A-9539-17F73715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923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4E0538-986D-4440-A729-C3C4E0A8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884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5937FB-22C5-421D-8608-3CBF509B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366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AA5E24-BAA8-41C9-9829-1219A3EE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848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878524-D769-4FB7-AA90-31C2F8F4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331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FEC1A0-DE70-4C17-926E-F5D4E194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813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53B458-DD8A-49EB-961E-D595FAA6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295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0973F3-D0EB-4AB2-AAFD-CAAE453E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777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92D7F7-9731-4342-BEC0-F96396E1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259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6C7963-69D8-4DC8-B6FC-30B94DF4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741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17EC0A-4729-4450-AFDB-7C213FCA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223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6482CA-E0B6-49C0-82FC-9A287F4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705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D1A44C-E5AE-4F7C-8932-CE85A2C3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187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A5EFD2-D867-4F9A-9CA3-79A4B8E4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669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032609-A510-47D7-87A5-9E58AD66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152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589D91-E1AC-4DC7-BD35-0BAC9C02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4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72288F-BF6A-4181-A3DA-25441A3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8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75C7A0-8E86-4482-9A95-E8FD59AB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07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7D53F2-D966-4249-801C-6EC559F9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6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E82806-AAE9-45B1-B417-2CF8A039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657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9CB4A9-D15A-4E65-88C5-4D7443C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447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625855-E109-40E6-89C3-73F98F1E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37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FA1D0C-1903-4D89-AFAA-3A943B56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02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DD14B5-7AC1-4411-BF46-3D5CC53C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81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8E4F29-FA4A-46AA-987C-B12D5214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60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5FAF73-2D8B-4149-8A29-3A2D58FA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39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E85422-F934-45AA-A216-055F2C86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18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0867A9-CE84-43AE-8E1B-4B34F615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97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AF10C9-479B-4CFE-A842-7E28EBF4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765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8B0B0A-7496-40A9-B40E-757AFD0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554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B90117-CDE6-408D-B92F-7DB32326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344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58EE0F4-9268-4146-96A3-FA70DC3B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92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F5B91FC-2952-4A95-92DD-0A47EE21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789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C372468-864A-4836-B4BF-F3B5ED6A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887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A54CCE5-ADC5-4E55-BA06-0E7F88BE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984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7943B25-66BA-4BAC-B6D0-3BD02177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081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ACC3AF-E38E-4F59-BCA6-AF247DAD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690531C-2A6C-48CE-86D2-AE59AE0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276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2EF2B48-2FF3-40FB-8646-2E03A45E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373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A60EFCF-D9EC-490D-9C57-F215C0C8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471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EB56C59-31E8-4D99-8EBA-8188C1EC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568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65B5F2-4327-4487-8E64-2BE39ADA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665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66EFA5C-2EE0-4AEF-ABCC-4EC0D1E6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721AD02-CBF2-47D8-A532-DF9395F8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860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28665B1-B2A3-4709-9957-9CA5AA10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57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AEA06FB-596F-472F-8C72-FE1EF7A8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054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C1CFAD4-B443-4CB3-91F8-C9086D97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9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D01326F-20D2-42C8-BC5F-F320AC2E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01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444006F-A694-4B86-AFEF-462359F8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90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3F07E6D-83A3-4A70-BA67-5A1D728E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311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EBE32D2-A26B-496C-BFCF-2D082E43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1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D62E0C7-2670-4BC4-A7F6-8D267935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12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C4989B1-36F9-4336-A6ED-E27E8401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52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3A79471-CEE8-48BB-8018-8679C4DC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93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C18743F-F001-4A87-8397-B21946EB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33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BE4CA7B-8AAF-4A0C-8FBC-04DEA93D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474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923D58B-ECAC-4166-A27C-3A8CBDF3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14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C97BCD-478A-4744-879A-4DA9352E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55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49B9675-1C77-4AB1-991C-4160EA83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865DA20-7B92-4E01-A1F8-BCF06E5C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36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86C7F62-D253-4DFE-BAD0-37ED503C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76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13E4746-7FE8-46C5-BB50-21F530F2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B42A9C0-D1EE-46A2-998B-BB81E0C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12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30CC811-92EC-4F50-BF80-4CEE6368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2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C72B3EC-7E2C-40BA-B749-5F2445C7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637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9D05F0D-B3AD-44B7-A024-01D1F731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5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56B25C3-1BD0-4BB0-ABB3-DEE9582A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62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964A46B-A07E-4F8A-A6E9-0D77E342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77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D7D074A-EEB6-4816-8308-9F912B14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7350BFF-7AF9-4119-A618-BC952F1D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20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D3FDC0E-538D-497C-A547-2F8686EB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913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C35F60A-1552-418C-83AB-8D2B84E9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62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048C84B-4F14-4F29-A6B3-A31523AE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338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061D7F3-DB55-4A4F-89ED-82EFCBBE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05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5FBD39B-AABC-40EE-851D-5DBFB4A5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763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34FDCA6-E07F-4B4F-ADBC-8DFDF6E5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47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5C45459-2982-44F8-BF77-0E2FB4D9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90650"/>
            <a:ext cx="67246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FE33DA0-BB70-4365-9963-747C5B01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62125"/>
            <a:ext cx="611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STRUCTURE IS ONLY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405AA2C-4F2A-483D-8F1A-BC3988E7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62200"/>
            <a:ext cx="611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THE BEGINNING.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9A31283-7308-4B6D-B75B-6A9426CE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19450"/>
            <a:ext cx="611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7772"/>
                </a:solidFill>
              </a:defRPr>
            </a:pPr>
            <a:r>
              <a:rPr sz="1575" b="0">
                <a:solidFill>
                  <a:srgbClr val="777772"/>
                </a:solidFill>
              </a:rPr>
              <a:t>A perfect grid can still feel lifeless.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EDAB24E-1041-44FE-B873-C9BEFD32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88EEE5-C7C3-43E7-9321-AAEF2E72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FBAE602-3672-456B-83BC-3469A54A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A1FBF42-2072-4B9E-9E46-4F81378E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55EB019-EB71-4D7B-BAE1-4C6D376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06D13D7-391C-48E3-B016-5341AD0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67F8DA6-AF72-45DC-897A-35E7981D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DA7F9A5-297A-426E-9A58-8FF5E70C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10 /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CA86412-7CDB-4630-9679-208E135F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0B948A0-B39C-4030-90BF-9A5059CB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Stillness creates the turn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45974F9-D8F8-45AF-B137-477E97D7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All color and motion drain from the grid for one beat. The stillness should feel precise, controlled—and slightly lifeless.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E23D5CD-DB9B-4C60-A2CA-FD77D122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10707438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44B899-0AFA-46AD-8675-CDA1425B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6D589-7B5F-40DF-B10A-D693DF1C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E4A3A-60B6-4156-A64E-E36698D6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232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9F9BB-6343-47DA-AD37-2C4E2D2A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791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AC3ED-AA2E-4EB2-8970-7508663D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350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34D1F-7361-4A96-8542-59960BCC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236" y="2228035"/>
            <a:ext cx="51922" cy="519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0EEDD-BC30-41DA-AB34-548D84C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016" y="2214256"/>
            <a:ext cx="79480" cy="7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C9FC5-33CD-4DA7-9B02-AACDAC1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263" y="2204944"/>
            <a:ext cx="98105" cy="981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0FFF5-69A1-47E7-904B-045A1404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220160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74279-565E-4999-BEAC-1950A17A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82" y="2204944"/>
            <a:ext cx="98105" cy="981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010B9-B1E7-405A-93CD-B5ABF2E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254" y="2214256"/>
            <a:ext cx="79480" cy="7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E48E5-84E4-4A97-A352-848D7B2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592" y="2228035"/>
            <a:ext cx="51922" cy="519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164AF-95B3-48A8-AF85-1CC8ECA8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825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50D63-FB01-4039-AE1B-0BEFE518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384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D3145-8B49-4CAC-9FFB-DE4FFB3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4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BDE13-FEC9-40D4-9E30-7C008CAE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50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C5684-88F9-4440-AEEC-B6F234BD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076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8A55D-06FB-44B8-95AA-CAB8576B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943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3E1AE-A6E1-4AA9-AB45-28470625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810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8A25C-2DC6-435D-BD62-B5904D19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557" y="2379690"/>
            <a:ext cx="57702" cy="577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23CB0-B53D-4A50-B54B-53C76611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091" y="2360357"/>
            <a:ext cx="96367" cy="963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39650-9C28-4C36-891E-E9D61B61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417" y="2357817"/>
            <a:ext cx="101448" cy="101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331BB-90AF-4E20-9C9E-780DD10A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4" y="2369937"/>
            <a:ext cx="77207" cy="772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93FB5-F355-46C3-B30D-8957741F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857" y="2374523"/>
            <a:ext cx="68036" cy="680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E22D9-86D4-41B4-880C-F8B2A0D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138" y="2369937"/>
            <a:ext cx="77207" cy="772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46326-067E-445B-9681-022D7AED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885" y="2357817"/>
            <a:ext cx="101448" cy="101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8A58E7-A02F-4C4C-BCD0-25A76B3E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292" y="2360357"/>
            <a:ext cx="96367" cy="963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18A0C7-F47C-416A-A203-20BE4ECE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492" y="2379690"/>
            <a:ext cx="57702" cy="577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8EF368-6D9B-4D10-8B47-E2F62DC1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479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90701B-BEC6-4FC9-B732-E25E4C32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346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1593E6-4951-47BC-8934-7B577EBB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213" y="23888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51C504-CAB6-4102-AC3F-DFA37FD6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80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4D1194-9A2C-444B-993B-CA7225B2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655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7463B-0652-4B4D-B752-972C969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29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06E68C-5584-486F-93EE-7B881B6D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87" y="2661639"/>
            <a:ext cx="89780" cy="897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25D2C2-B83F-4263-B761-1F84E07A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552" y="2646730"/>
            <a:ext cx="119598" cy="119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B7E392-302C-483A-8491-A87A8533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065" y="2667068"/>
            <a:ext cx="78921" cy="789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7AF1A0-3952-4CE6-8913-BA538748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27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73BFE6-3BE7-4BB0-BD7F-C8D150E3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02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D70AC1-F524-4865-B101-E5A004C4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76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B5822D-989B-4C88-A4AF-4E4CE073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763" y="2667068"/>
            <a:ext cx="78921" cy="789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3D04B8-7377-407C-A56E-4DD7FFC5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599" y="2646730"/>
            <a:ext cx="119598" cy="119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DBCB6F-1F1B-443C-8F3E-9A220D8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683" y="2661639"/>
            <a:ext cx="89780" cy="897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181EDE-D49F-46BD-A25A-625BFFB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574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0CDA32-E6F6-4A79-B145-221E9CD4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49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698D1A-B6D0-4FEC-A6AF-D8C6679F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923" y="268135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5E8946-7A73-4F9E-B1AC-C4A814AA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884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3217B3-8AA7-4EDC-9FA6-705C4FC0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366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B43A20-04F7-4E32-8891-D1AD02BE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061" y="3069974"/>
            <a:ext cx="64807" cy="648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6D4BCC-049C-4D53-98AF-E64FFA1E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878" y="3046309"/>
            <a:ext cx="112137" cy="112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C31616-F2B0-411C-8A61-ADD038D0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633" y="3044582"/>
            <a:ext cx="115590" cy="115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D5C4D3-5513-418D-BC29-3A50EC23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448" y="3067915"/>
            <a:ext cx="68926" cy="68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FEB766-1358-45BD-828F-C33244B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777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CFCA80-1C2B-4288-9018-65B952F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259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AD66A9-FCC9-4173-85E3-84ED0E22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741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948200-DF36-46AC-BA41-D4EC353B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376" y="3067915"/>
            <a:ext cx="68926" cy="68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26BCA1-4827-4143-838B-6A0B565F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526" y="3044582"/>
            <a:ext cx="115590" cy="115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589BC2-6D26-460F-89BB-3BF825F0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735" y="3046309"/>
            <a:ext cx="112137" cy="112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36487E-18C4-4BEA-A4CC-661C1787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882" y="3069974"/>
            <a:ext cx="64807" cy="648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8B90F3-D1BD-4C0F-81B2-99FEA71E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152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C3379A-420C-4428-8E18-A28F3285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4" y="307176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A6D08C-3706-49AD-BAF0-D8722A9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8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A6B1BE-A5B2-48D8-A71A-1551FE96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078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E59507-EC8E-4AE4-8072-524C2BE5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080" y="3541243"/>
            <a:ext cx="75693" cy="756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18DD40-172E-4AEB-AA48-9B219D8C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205" y="3517578"/>
            <a:ext cx="123023" cy="123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AD2412-8A70-4FC2-9EB8-2C6227D3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68" y="3515851"/>
            <a:ext cx="126476" cy="1264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F20503F-9AD6-495F-AA95-D5DA1BF4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390" y="3539183"/>
            <a:ext cx="79812" cy="79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40C739-5BDD-4090-B0A5-06F7FB2E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02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03632A-87A7-4DDF-812D-4A89935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81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8B9359-7889-4BA7-8B8D-5952002C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606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790C595-3F79-4366-833F-2B8BA7E3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549" y="3539183"/>
            <a:ext cx="79812" cy="79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20B7940-8948-4769-BBD3-B6C58BD2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006" y="3515851"/>
            <a:ext cx="126476" cy="1264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BF1E51B-740B-46F8-B990-37CC2595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22" y="3517578"/>
            <a:ext cx="123023" cy="123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505609-7A3B-4A37-AA9C-495A97BD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977" y="3541243"/>
            <a:ext cx="75693" cy="756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DCBE39A-229D-47EC-9B35-90E7D5DF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554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58AB5E-F79D-40B6-ADB5-EAF51CF9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344" y="354303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3296E5-E234-4A3D-97BA-8C299C9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92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C5AAF30-6999-47AC-8D08-7B9E5E2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789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CAE8D6D-B5FE-4DCE-B1B3-64D77C16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887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2750B5-0A6A-4290-A3E0-1A5A265C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267" y="4065429"/>
            <a:ext cx="122437" cy="1224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0C56725-D183-46FB-9894-1CDD8BE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55" y="4050519"/>
            <a:ext cx="152255" cy="1522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5776E3A-123B-470A-A515-5E2059FA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891" y="4070858"/>
            <a:ext cx="111579" cy="111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43FECF8-5FB5-4A43-A33D-D29AFF5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276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5FFEFEA-C169-457F-87F1-8E559411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373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D388B9-6501-414F-9D3E-6E6752DD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471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18C2F1E-2AFC-4D43-807A-1A259D86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280" y="4070858"/>
            <a:ext cx="111579" cy="111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0D5EC45-ACE9-445D-874A-B2DCA73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039" y="4050519"/>
            <a:ext cx="152255" cy="1522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F9ED4BD-C0FF-41CF-A50B-1DC12493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2046" y="4065429"/>
            <a:ext cx="122437" cy="1224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CBAEC9-9AEC-477D-BBF6-3E87F3F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860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BC65733-1839-45A1-A0F3-23515FC0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57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4194E29-FD52-4FAD-BEB7-0BB49C7C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054" y="40851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88382EC-E29B-42BC-A582-1C4C717C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9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D9251DC-6782-4C0E-AF9E-3C2AA420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01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CE6688A-305A-44E7-A47B-FCB1C79E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906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85E29C-7F2D-45C5-B1C9-37FAB69A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190" y="4682138"/>
            <a:ext cx="112130" cy="1121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84B8FF1-C615-4A9E-A402-4D984F58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263" y="4662805"/>
            <a:ext cx="150795" cy="150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F3AB1B6-642D-4BED-9BB3-01857CBC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127" y="4660265"/>
            <a:ext cx="155876" cy="1558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798B6EA-E38F-4E75-977A-4C8233C6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652" y="4672385"/>
            <a:ext cx="131636" cy="131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EBB047A-1C11-4DAD-A098-CDE9B2D2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643" y="4676971"/>
            <a:ext cx="122464" cy="122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C58E9E0-1159-47C4-BD1B-139F3669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462" y="4672385"/>
            <a:ext cx="131636" cy="131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4FEFBB0-CBAE-474E-AF11-39D1DC92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747" y="4660265"/>
            <a:ext cx="155876" cy="1558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6ADA763-C0B6-4A38-A26F-680E6AB2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692" y="4662805"/>
            <a:ext cx="150795" cy="150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4FD3F4F-1631-44E8-BA10-9C3A5EC2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430" y="4682138"/>
            <a:ext cx="112130" cy="1121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28486FD-19EE-4BD5-96BB-FBFC8474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EB8DB3-E349-4941-97FF-FBEF62D4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360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397A59C-4DCD-4DC6-AA31-9480F42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765" y="469125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D6F3B6D-AE53-4653-9FAC-B2B5486C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8452A39-30B5-4B37-9053-FE796AF2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12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C810E43-F91D-4071-8903-4B699ECE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2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B52C26F-6017-4D62-AF93-3B7BF6DF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637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062D482-EB13-4D4C-A080-AB47DEAD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676" y="5344615"/>
            <a:ext cx="128122" cy="1281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3F2BB06-1E8F-440A-8414-4AF724FA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10" y="5330836"/>
            <a:ext cx="155680" cy="155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64857A7-529B-4286-951F-DD90CBF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010" y="5321524"/>
            <a:ext cx="174305" cy="17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F7DD860-6917-4DDB-A696-A90CE8B4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388" y="5318189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3E930A4-EDBC-4945-A809-2E8689F1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435" y="5321524"/>
            <a:ext cx="174305" cy="17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504EF80-CEE1-46EF-AAD3-A7EF9378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60" y="5330836"/>
            <a:ext cx="155680" cy="155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9A7CE53-A494-4A33-BFF8-09F2F442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952" y="5344615"/>
            <a:ext cx="128122" cy="1281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394192F-5DE2-45AA-981B-1EBC96DC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338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758FD1B-DF17-47C7-A7E8-A248940E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050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205C9BA-148B-4E22-AB03-F6557B76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763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EACBDDF-27CA-4BCF-AC48-2356B209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475" y="53562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589496B-012F-4854-83FD-493964B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8421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381D97-FCD1-47E7-B635-7535C85F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PROTOTYPES LET ME TEST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C9AF4AF-98CA-4627-ADC6-B538FC1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192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9A00"/>
                </a:solidFill>
              </a:defRPr>
            </a:pPr>
            <a:r>
              <a:rPr sz="2925" b="1">
                <a:solidFill>
                  <a:srgbClr val="F59A00"/>
                </a:solidFill>
              </a:rPr>
              <a:t>WHAT BRINGS IT BACK.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01686AE-F196-43C3-9692-9643804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68C7"/>
                </a:solidFill>
              </a:defRPr>
            </a:pPr>
            <a:r>
              <a:rPr sz="1575" b="1">
                <a:solidFill>
                  <a:srgbClr val="0968C7"/>
                </a:solidFill>
              </a:rPr>
              <a:t>RESPONDS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D30E235-6347-4791-B2A6-BBE79341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38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A64"/>
                </a:solidFill>
              </a:defRPr>
            </a:pPr>
            <a:r>
              <a:rPr sz="1575" b="1">
                <a:solidFill>
                  <a:srgbClr val="007A64"/>
                </a:solidFill>
              </a:rPr>
              <a:t>GUIDES ATTENTION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41D8D35-6B94-4450-BE96-1D1AAC6B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90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A00"/>
                </a:solidFill>
              </a:defRPr>
            </a:pPr>
            <a:r>
              <a:rPr sz="1575" b="1">
                <a:solidFill>
                  <a:srgbClr val="F59A00"/>
                </a:solidFill>
              </a:rPr>
              <a:t>HOLDS TOGETHER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622E60F-A3D8-40A2-AD1C-3099498D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62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F000"/>
                </a:solidFill>
              </a:defRPr>
            </a:pPr>
            <a:r>
              <a:rPr sz="1575" b="1">
                <a:solidFill>
                  <a:srgbClr val="C9F000"/>
                </a:solidFill>
              </a:rPr>
              <a:t>FEELS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46FBD09-48A9-400C-9C1D-5D6D6EAE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F14BCA-E602-4F7D-8C3E-031E61A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F8A34D6-C9CC-4FD7-85C6-601D8A67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3A90607-D1C7-4E81-A2DD-E3EFB3CE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D0CB99F-EDE0-405E-AF73-09B6D97D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2282DBA-4FE3-4DD2-8998-2E71A65D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166E891-9F0B-4C58-B829-EF892CFB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8C2453D-82CC-4C50-9E8A-F56CD29C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11 /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9A2B52C-F6B7-4FD7-943D-70A36869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A500196-B3B6-47DA-8CCD-CE125C22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The heartbeat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EBCB6F3-692F-4E71-98B0-2C000842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One point pulses. The response propagates through the grid. Salient verbs arrive with the wave rather than as a separate list.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F29C81C-6B6A-4012-AFF8-E1363C2D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19181035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86D88D-CBBD-4075-ACE3-C0D96DE7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1705A-D781-4E76-BB3D-8896E593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2239709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17445-5035-40CB-8047-D410D224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12" y="226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67C17-0E2C-45AB-A112-EE754D14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551" y="227574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C7FFB-644B-4821-83C0-8B170D6F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990" y="227622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4170B-291D-4314-848C-D9608B06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29" y="226311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79174-8AA6-4573-BBFC-26C7D8E8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868" y="224129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8B3A8-4DCF-44E2-820B-D75BF7B0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307" y="22188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F63D4-6217-47DF-A8C4-F3EE14F9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746" y="220422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097CE-7714-4D28-8CE0-D97DC65D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185" y="220277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812D3-019F-47E5-A1D0-E2484B5E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624" y="2215071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05704-DE8C-423A-B780-03DE8A3A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063" y="223654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92CED-F77F-40F7-811A-5681B536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503" y="225919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73F3B-ECFC-4992-BE9C-B0C93DC8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238" y="2529382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F113C-4BB2-4A78-BEEA-78F018DB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825" y="2563741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2876B-EB15-416A-8A98-50B2447A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412" y="2571556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ADB19-1A3E-4387-BF18-53CEE9DB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000" y="2549919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A247F-DA08-426E-8699-27B60A09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587" y="250688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6BCA4-8D98-49C9-99D1-1250FFB3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174" y="2458471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26C35-5435-4188-8216-12E162D6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761" y="2422700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C3154-65D8-4D5E-BA95-46E10ED8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348" y="241288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D308E-B039-4D49-B815-5166FB0D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935" y="2432686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DDB4A2-0931-41A7-A6FB-4AC76F45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523" y="2474726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E1438-437F-42B6-9EDA-4D833A12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110" y="252335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4E8469-81CC-49A4-B563-B3DB9CF5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697" y="256047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0B38B-F0D8-4E06-9930-0E58649B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803" y="308668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89C93-D6C1-49CD-A869-7B740FAC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539" y="310872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FC919-5E39-48C0-A564-EEA77E62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274" y="3085380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FF74F-F14E-4107-BF2E-7E8ACFC6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009" y="302534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F22DD5-0BCB-47C1-8FB3-6CD184D9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745" y="295096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95DEA-DC32-4224-8118-81115DF2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480" y="288992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3F4A4D-5748-4EC4-B4A4-3498A14D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215" y="2864952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564B29-B271-4D88-8A08-AEE9400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950" y="288533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68186D-8C61-4CC6-A2C8-7B573CC0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686" y="2943495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B4B8EF-5407-445B-B78A-1C2BD9F5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421" y="3017776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31BD17-1767-49D6-8BDB-8114BD57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156" y="308052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93C76B-447A-465D-80B9-50CE77B8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892" y="3108394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B8D8C8-169F-452B-B327-5951687D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369" y="380846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B16FE2-16E9-4825-B340-871D470F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252" y="379065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926738-7FDA-4542-9623-9B7AAC61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136" y="3719004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3EA4A9-6ABF-4F01-B07D-1C5AB1A5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019" y="3620194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173C6A-258A-4BEE-93CF-48800E4D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902" y="353100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5B6B38-C634-4193-B1A5-E4388989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786" y="3484636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6B4369-12EF-49D6-B9B1-0D85F6F6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669" y="349834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B52B46-1384-463E-9DBC-8CA027E5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553" y="3567036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485432-DDB5-45D4-AA85-83FB42E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436" y="366513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9ADD57-783E-4D78-933B-4E3C54D6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319" y="375612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018E53-B5EE-4A02-9127-FCF57D65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3" y="3806131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144155-DAC6-431D-A903-B409AA9D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086" y="3796549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A5E4B6-92B8-44C5-BBDE-607FE49E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934" y="4634811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A0D9AE-DA47-4962-BBE8-F4D28B84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966" y="4557928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4B9D60-8E1A-4098-BC26-42D8412A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997" y="4437702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2DF8C6-286B-483C-820E-D44C4F6D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029" y="4318885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360F23-B985-4F36-9FA1-DA61AF88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060" y="4245706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F0ECD1-2F95-47F3-8408-88CEF291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092" y="4245406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F9E1E6-5D10-4E2F-BDCB-4D79420B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123" y="4318097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1F21E0-6EB7-4510-9C02-FA6E0A6D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155" y="443671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B5F42D-FCE7-4241-8BCD-B33E014A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186" y="4557117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0A7F9D-289A-41E4-A18C-E12B178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218" y="4634473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5C6E2D-0DE9-4611-8804-B44FF301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249" y="4639992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AF1829-F375-4B6B-A502-C2B8BF8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281" y="4571619"/>
            <a:ext cx="89535" cy="89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3DEA66-DB2E-46C1-8624-6791E34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0" y="552356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403AFF-94CD-4C32-AE9C-15F6CD6B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79" y="538632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0AE604-F335-4745-B897-10530D5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859" y="523790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D47BBC-7346-44DD-91C2-B31B2AA8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039" y="513355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024C36-5544-46B0-B42E-FE7C043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218" y="511210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F422EF6-057B-425B-A64C-99350D35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398" y="518156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FB7730-9F0F-4D00-A72B-13A33DDC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577" y="531605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9A97947-42D3-41BA-BAA4-27CE95A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757" y="5465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5F7D34-BFDF-4607-A438-82455A25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936" y="557433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D767FC-2CC7-4256-B605-094CD7BD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116" y="560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077464-58F8-402E-B9A5-0E43CC2D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296" y="553816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0752F91-31F3-42C9-880A-6CF29E9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475" y="540664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64C582-32DA-4B47-9268-47E146F7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858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DEPTH.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8C42E3-0899-4C87-B0F0-9320F434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7A64"/>
                </a:solidFill>
              </a:defRPr>
            </a:pPr>
            <a:r>
              <a:rPr sz="3900" b="1">
                <a:solidFill>
                  <a:srgbClr val="007A64"/>
                </a:solidFill>
              </a:rPr>
              <a:t>CLARITY.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4D377E-3020-43C3-89FA-3D8CB7F1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9A00"/>
                </a:solidFill>
              </a:defRPr>
            </a:pPr>
            <a:r>
              <a:rPr sz="3900" b="1">
                <a:solidFill>
                  <a:srgbClr val="F59A00"/>
                </a:solidFill>
              </a:rPr>
              <a:t>A PULSE.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0114241-5CF1-4FC4-AA67-60693892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Experiences that make sense—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and still leave room for curiosity.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E7B09BC-FB9B-49BD-A99F-13690392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638925" y="1485900"/>
            <a:ext cx="904875" cy="13144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45583E0-839D-4B61-B206-B4933788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515" y="1673603"/>
            <a:ext cx="43695" cy="43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C75206-C7B4-4394-ADA4-2BFE9233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504" y="1666979"/>
            <a:ext cx="56942" cy="569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8199C8-A9B8-46E9-B5E9-ABAB199B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412" y="1842182"/>
            <a:ext cx="64676" cy="646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1944A0-5163-423C-9AA9-3CFB58DB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6958" y="1854421"/>
            <a:ext cx="40197" cy="401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FA9D82E-89A0-40F5-BC3C-25EA0BC4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752" y="1850910"/>
            <a:ext cx="47221" cy="472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117841-795E-49AA-BD04-A3D69E3D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614" y="1837465"/>
            <a:ext cx="74110" cy="74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96D9407-9C83-42CC-9403-CAE2022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29" y="1845974"/>
            <a:ext cx="57092" cy="57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FD31287-0911-4B37-B5EE-B6C5469F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441" y="2024974"/>
            <a:ext cx="57231" cy="572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FCED980-DD52-4172-B567-DD1C69F6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532" y="2018760"/>
            <a:ext cx="69661" cy="6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347D6F-D0E6-447B-8F89-ECD43A3B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871" y="2016792"/>
            <a:ext cx="73596" cy="73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8EF8B5A-4A0D-4DE1-B76D-75132D25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93" y="2200491"/>
            <a:ext cx="64338" cy="64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F34A217-CCB9-43C6-9560-26A1776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705" y="2199696"/>
            <a:ext cx="65928" cy="65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9D1EF61-6383-4240-B4A9-8032FECA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228" y="2567972"/>
            <a:ext cx="45656" cy="456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17E090-EA12-49F5-A478-06B18D61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697" y="2564828"/>
            <a:ext cx="51944" cy="51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61B476F-074E-47B1-B440-6B5B8345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804" y="2571629"/>
            <a:ext cx="38341" cy="383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C3D5EA-69ED-4236-87FF-824E7028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">
            <a:off x="7496175" y="1752600"/>
            <a:ext cx="904875" cy="13144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C2B67DB-DA11-4233-8586-267CC0DE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125" y="1927050"/>
            <a:ext cx="70201" cy="702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1F958A-CA57-4E05-BBA8-11DFF60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072" y="2111292"/>
            <a:ext cx="59856" cy="598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2C53A0-28F3-4353-B299-CF13CB5D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738" y="2122039"/>
            <a:ext cx="38362" cy="383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555005B-6DC9-47C6-9D70-32985792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786" y="2298076"/>
            <a:ext cx="44429" cy="444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B1D190D-9306-4D9B-8904-46145A2F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303" y="2285286"/>
            <a:ext cx="70007" cy="700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6DB68CC-0285-4628-8536-A0E517F4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488" y="2294859"/>
            <a:ext cx="50861" cy="50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9BF2D7C-128D-496C-955C-12A7A95F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977" y="2479724"/>
            <a:ext cx="39272" cy="39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8D60F9E-4940-4069-B25F-EAD1C532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073" y="2473514"/>
            <a:ext cx="51691" cy="51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8995FC8-F4A2-4A90-BB14-60EE6CEE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072" y="2648196"/>
            <a:ext cx="60469" cy="60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410A682-4250-4032-AF3B-200A1B53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751" y="2647569"/>
            <a:ext cx="61723" cy="617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0B97ADB-7F5B-4885-814C-B8552582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354" y="2644865"/>
            <a:ext cx="67130" cy="671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E7A381A-FCB8-4917-AB30-F5BC778E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087" y="2641292"/>
            <a:ext cx="74275" cy="74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801CB6F-99A5-4FBC-AC2F-0D6BAFA3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494" y="2826994"/>
            <a:ext cx="61013" cy="61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4F91620-E076-4358-B514-D2D917B8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11" y="2824099"/>
            <a:ext cx="66803" cy="668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4089D88-31A5-4407-8316-646E9AFF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6943725" y="3067050"/>
            <a:ext cx="904875" cy="13144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7B68F41-022E-4B73-BB7C-B4493FF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070" y="3256814"/>
            <a:ext cx="39573" cy="39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4285231-0799-4C12-8166-0CAAE5F3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536" y="3250668"/>
            <a:ext cx="51865" cy="51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940DAC7-1C68-482A-AC9E-34EE39F1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975" y="3425095"/>
            <a:ext cx="61150" cy="61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4F86206-2103-4E6B-816C-9711A714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543" y="3418357"/>
            <a:ext cx="74626" cy="746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B7F7598-B7B8-4819-9997-E8195576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717" y="3426224"/>
            <a:ext cx="58891" cy="58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83937A4-FCF7-4BE1-9CEE-BD0EC639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656" y="3426551"/>
            <a:ext cx="58238" cy="582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419A704-2AC8-4B5A-B595-01C5ADA0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215" y="3614405"/>
            <a:ext cx="40669" cy="406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1043005-8756-4132-97B8-79C59640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456" y="3602340"/>
            <a:ext cx="64800" cy="6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B92EB41-3E9F-41B1-9966-F3411BAB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778" y="3613743"/>
            <a:ext cx="41994" cy="419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1619867-E621-4896-A7A8-21359960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61" y="3778221"/>
            <a:ext cx="71179" cy="711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396C083-9E02-4468-9CC8-86396618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501" y="3789454"/>
            <a:ext cx="48711" cy="487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E638BF4-D0AB-4362-98C0-F505DECA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961" y="3788609"/>
            <a:ext cx="50403" cy="504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F48ADBB-2EFB-457E-A98C-D2F50815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205" y="3789547"/>
            <a:ext cx="48527" cy="48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CCEC365-C817-4A9C-9DA4-6BC7C548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328" y="3960658"/>
            <a:ext cx="64443" cy="644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2399925-3EC5-4410-BB3B-86CEF75E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25" y="3956343"/>
            <a:ext cx="73075" cy="73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1A068FD-D80D-4531-AC0E-8708A70C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016" y="3963427"/>
            <a:ext cx="58906" cy="589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418D8ED-4BDB-4D70-9B70-267FCB22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40" y="4141140"/>
            <a:ext cx="61621" cy="61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81576FD-3DA6-4C66-9DDE-6A0602A5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976" y="4142069"/>
            <a:ext cx="59761" cy="597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16577FC-88F8-47DE-BD83-BEE2D136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573" y="4145361"/>
            <a:ext cx="53178" cy="53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55254B7-0589-4355-98E6-3219FAB4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264" y="4152745"/>
            <a:ext cx="38409" cy="3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57DDAA4-B125-4A30-B7FC-B4878918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049" y="4138224"/>
            <a:ext cx="67452" cy="67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A1D42C4-11FE-40D0-AA18-62453976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67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2"/>
                </a:solidFill>
              </a:defRPr>
            </a:pPr>
            <a:r>
              <a:rPr sz="900" b="1">
                <a:solidFill>
                  <a:srgbClr val="777772"/>
                </a:solidFill>
              </a:rPr>
              <a:t>EXPLORE A FEW THINGS I MADE 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2129B5C-7B58-4C4B-98D7-224D95CC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DD6F795-1C6B-454B-812E-53041FBD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39433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0EB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3B3DBCB-0C38-48DD-B4D9-4573D863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057900"/>
            <a:ext cx="10096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8623C7B-59EF-48A2-9709-F9F49010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72A60EB-9155-4447-BDE5-1384C1AE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105525"/>
            <a:ext cx="1009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45CE4EF-8781-4346-AF7E-10F4E6E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11111"/>
                </a:solidFill>
              </a:defRPr>
            </a:pPr>
            <a:r>
              <a:rPr sz="750" b="0">
                <a:solidFill>
                  <a:srgbClr val="111111"/>
                </a:solidFill>
              </a:rPr>
              <a:t>Contact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9CA0B34-F747-4F6F-ADFE-B413BBFD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ABOUT ME · STORYBOARD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36571E3-20CF-444C-BD53-E3F782EA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 /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F769F52-F900-43D2-8225-B64D3363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1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96E77B4-AE91-41DD-BBBC-1EFC1A54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144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 living field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F89A152-9520-46B1-8492-B4CE1A50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B6B2"/>
                </a:solidFill>
              </a:defRPr>
            </a:pPr>
            <a:r>
              <a:rPr sz="1200" b="0">
                <a:solidFill>
                  <a:srgbClr val="B6B6B2"/>
                </a:solidFill>
              </a:rPr>
              <a:t>The wave settles without becoming static. Dot-built artefacts gather at the sides. The ending leaves a direction and an invitation to explore.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942B087-4741-4E34-B2C2-92E38773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F000"/>
                </a:solidFill>
              </a:defRPr>
            </a:pPr>
            <a:r>
              <a:rPr sz="900" b="1">
                <a:solidFill>
                  <a:srgbClr val="C9F000"/>
                </a:solidFill>
              </a:rPr>
              <a:t>SCROLL ↓</a:t>
            </a:r>
          </a:p>
        </p:txBody>
      </p:sp>
    </p:spTree>
    <p:extLst>
      <p:ext uri="{BB962C8B-B14F-4D97-AF65-F5344CB8AC3E}">
        <p14:creationId xmlns:p14="http://schemas.microsoft.com/office/powerpoint/2010/main" val="1470826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2026-07-12T19:54:02.8370000Z</dcterms:created>
  <dcterms:modified xsi:type="dcterms:W3CDTF">2026-07-12T19:54:02.8370000Z</dcterms:modified>
</coreProperties>
</file>