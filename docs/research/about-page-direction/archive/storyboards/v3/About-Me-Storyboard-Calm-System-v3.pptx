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fe36d85de4b8c" /><Relationship Type="http://schemas.openxmlformats.org/officeDocument/2006/relationships/extended-properties" Target="/docProps/app.xml" Id="R8f41dbd1a3cc4160" /><Relationship Type="http://schemas.openxmlformats.org/officeDocument/2006/relationships/officeDocument" Target="/ppt/presentation.xml" Id="R26d03a3e22fe46a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f910d720cfe47d8"/>
  </p:sldMasterIdLst>
  <p:notesMasterIdLst>
    <p:notesMasterId xmlns:r="http://schemas.openxmlformats.org/officeDocument/2006/relationships" r:id="R9fb0ba2aef4440dc"/>
  </p:notesMasterIdLst>
  <p:sldIdLst>
    <p:sldId xmlns:r="http://schemas.openxmlformats.org/officeDocument/2006/relationships" id="256" r:id="R2c810bd7ef314832"/>
    <p:sldId xmlns:r="http://schemas.openxmlformats.org/officeDocument/2006/relationships" id="257" r:id="Rfe1abe44ea37483a"/>
    <p:sldId xmlns:r="http://schemas.openxmlformats.org/officeDocument/2006/relationships" id="258" r:id="R87c0f484f2e242c6"/>
    <p:sldId xmlns:r="http://schemas.openxmlformats.org/officeDocument/2006/relationships" id="259" r:id="Re1515acf1080433a"/>
    <p:sldId xmlns:r="http://schemas.openxmlformats.org/officeDocument/2006/relationships" id="260" r:id="R097ce538e7d94a09"/>
    <p:sldId xmlns:r="http://schemas.openxmlformats.org/officeDocument/2006/relationships" id="261" r:id="Rfe9443ca059f47f7"/>
    <p:sldId xmlns:r="http://schemas.openxmlformats.org/officeDocument/2006/relationships" id="262" r:id="Rcdf1629300694696"/>
    <p:sldId xmlns:r="http://schemas.openxmlformats.org/officeDocument/2006/relationships" id="263" r:id="Rb0149deb7da7460b"/>
    <p:sldId xmlns:r="http://schemas.openxmlformats.org/officeDocument/2006/relationships" id="264" r:id="Rf5e853e518c44385"/>
    <p:sldId xmlns:r="http://schemas.openxmlformats.org/officeDocument/2006/relationships" id="265" r:id="R7f217e50c77a4bcf"/>
    <p:sldId xmlns:r="http://schemas.openxmlformats.org/officeDocument/2006/relationships" id="266" r:id="R4bcf2ea55af14f03"/>
    <p:sldId xmlns:r="http://schemas.openxmlformats.org/officeDocument/2006/relationships" id="267" r:id="Rca080b46f6224eba"/>
    <p:sldId xmlns:r="http://schemas.openxmlformats.org/officeDocument/2006/relationships" id="268" r:id="R501015462fba4fad"/>
    <p:sldId xmlns:r="http://schemas.openxmlformats.org/officeDocument/2006/relationships" id="269" r:id="R715e961ff9e64d27"/>
    <p:sldId xmlns:r="http://schemas.openxmlformats.org/officeDocument/2006/relationships" id="270" r:id="R3415e97a7f3d4981"/>
    <p:sldId xmlns:r="http://schemas.openxmlformats.org/officeDocument/2006/relationships" id="271" r:id="R388c62c4ed034462"/>
    <p:sldId xmlns:r="http://schemas.openxmlformats.org/officeDocument/2006/relationships" id="272" r:id="Rb687dda5ae9046e9"/>
    <p:sldId xmlns:r="http://schemas.openxmlformats.org/officeDocument/2006/relationships" id="273" r:id="R48356ebef6ce40e2"/>
    <p:sldId xmlns:r="http://schemas.openxmlformats.org/officeDocument/2006/relationships" id="274" r:id="R8e6308c01c6c48dd"/>
    <p:sldId xmlns:r="http://schemas.openxmlformats.org/officeDocument/2006/relationships" id="275" r:id="R3adccb1e78a047c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dc56bd95dfd143e5"/>
      <p:bold xmlns:r="http://schemas.openxmlformats.org/officeDocument/2006/relationships" r:id="R505892a3c51440a5"/>
      <p:italic xmlns:r="http://schemas.openxmlformats.org/officeDocument/2006/relationships" r:id="R07d13f8baee84874"/>
      <p:boldItalic xmlns:r="http://schemas.openxmlformats.org/officeDocument/2006/relationships" r:id="R35499da5d4994b9d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5babed21d34170" /><Relationship Type="http://schemas.openxmlformats.org/officeDocument/2006/relationships/slideMaster" Target="/ppt/slideMasters/slideMaster1.xml" Id="R8f910d720cfe47d8" /><Relationship Type="http://schemas.openxmlformats.org/officeDocument/2006/relationships/notesMaster" Target="/ppt/notesMasters/notesMaster1.xml" Id="R9fb0ba2aef4440dc" /><Relationship Type="http://schemas.openxmlformats.org/officeDocument/2006/relationships/presProps" Target="/ppt/presProps.xml" Id="Re471120f7b074f2d" /><Relationship Type="http://schemas.openxmlformats.org/officeDocument/2006/relationships/viewProps" Target="/ppt/viewProps.xml" Id="R286fcc5fa9714109" /><Relationship Type="http://schemas.openxmlformats.org/officeDocument/2006/relationships/tableStyles" Target="/ppt/tableStyles.xml" Id="Rfdce0f11c3b94f10" /><Relationship Type="http://schemas.openxmlformats.org/officeDocument/2006/relationships/font" Target="/ppt/fonts/font.dat" Id="Rdc56bd95dfd143e5" /><Relationship Type="http://schemas.openxmlformats.org/officeDocument/2006/relationships/font" Target="/ppt/fonts/font2.dat" Id="R505892a3c51440a5" /><Relationship Type="http://schemas.openxmlformats.org/officeDocument/2006/relationships/font" Target="/ppt/fonts/font3.dat" Id="R07d13f8baee84874" /><Relationship Type="http://schemas.openxmlformats.org/officeDocument/2006/relationships/font" Target="/ppt/fonts/font4.dat" Id="R35499da5d4994b9d" /><Relationship Type="http://schemas.openxmlformats.org/officeDocument/2006/relationships/slide" Target="/ppt/slides/slide1.xml" Id="R2c810bd7ef314832" /><Relationship Type="http://schemas.openxmlformats.org/officeDocument/2006/relationships/slide" Target="/ppt/slides/slide2.xml" Id="Rfe1abe44ea37483a" /><Relationship Type="http://schemas.openxmlformats.org/officeDocument/2006/relationships/slide" Target="/ppt/slides/slide3.xml" Id="R87c0f484f2e242c6" /><Relationship Type="http://schemas.openxmlformats.org/officeDocument/2006/relationships/slide" Target="/ppt/slides/slide4.xml" Id="Re1515acf1080433a" /><Relationship Type="http://schemas.openxmlformats.org/officeDocument/2006/relationships/slide" Target="/ppt/slides/slide5.xml" Id="R097ce538e7d94a09" /><Relationship Type="http://schemas.openxmlformats.org/officeDocument/2006/relationships/slide" Target="/ppt/slides/slide6.xml" Id="Rfe9443ca059f47f7" /><Relationship Type="http://schemas.openxmlformats.org/officeDocument/2006/relationships/slide" Target="/ppt/slides/slide7.xml" Id="Rcdf1629300694696" /><Relationship Type="http://schemas.openxmlformats.org/officeDocument/2006/relationships/slide" Target="/ppt/slides/slide8.xml" Id="Rb0149deb7da7460b" /><Relationship Type="http://schemas.openxmlformats.org/officeDocument/2006/relationships/slide" Target="/ppt/slides/slide9.xml" Id="Rf5e853e518c44385" /><Relationship Type="http://schemas.openxmlformats.org/officeDocument/2006/relationships/slide" Target="/ppt/slides/slide10.xml" Id="R7f217e50c77a4bcf" /><Relationship Type="http://schemas.openxmlformats.org/officeDocument/2006/relationships/slide" Target="/ppt/slides/slide11.xml" Id="R4bcf2ea55af14f03" /><Relationship Type="http://schemas.openxmlformats.org/officeDocument/2006/relationships/slide" Target="/ppt/slides/slide12.xml" Id="Rca080b46f6224eba" /><Relationship Type="http://schemas.openxmlformats.org/officeDocument/2006/relationships/slide" Target="/ppt/slides/slide13.xml" Id="R501015462fba4fad" /><Relationship Type="http://schemas.openxmlformats.org/officeDocument/2006/relationships/slide" Target="/ppt/slides/slide14.xml" Id="R715e961ff9e64d27" /><Relationship Type="http://schemas.openxmlformats.org/officeDocument/2006/relationships/slide" Target="/ppt/slides/slide15.xml" Id="R3415e97a7f3d4981" /><Relationship Type="http://schemas.openxmlformats.org/officeDocument/2006/relationships/slide" Target="/ppt/slides/slide16.xml" Id="R388c62c4ed034462" /><Relationship Type="http://schemas.openxmlformats.org/officeDocument/2006/relationships/slide" Target="/ppt/slides/slide17.xml" Id="Rb687dda5ae9046e9" /><Relationship Type="http://schemas.openxmlformats.org/officeDocument/2006/relationships/slide" Target="/ppt/slides/slide18.xml" Id="R48356ebef6ce40e2" /><Relationship Type="http://schemas.openxmlformats.org/officeDocument/2006/relationships/slide" Target="/ppt/slides/slide19.xml" Id="R8e6308c01c6c48dd" /><Relationship Type="http://schemas.openxmlformats.org/officeDocument/2006/relationships/slide" Target="/ppt/slides/slide20.xml" Id="R3adccb1e78a047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707f5fe3342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9fc65f444a4e71" /><Relationship Type="http://schemas.openxmlformats.org/officeDocument/2006/relationships/notesMaster" Target="/ppt/notesMasters/notesMaster1.xml" Id="Reca05d2e71b443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c57d1ffa5945c8" /><Relationship Type="http://schemas.openxmlformats.org/officeDocument/2006/relationships/notesMaster" Target="/ppt/notesMasters/notesMaster1.xml" Id="Re0f3fce28be947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239bf75acd48e0" /><Relationship Type="http://schemas.openxmlformats.org/officeDocument/2006/relationships/notesMaster" Target="/ppt/notesMasters/notesMaster1.xml" Id="Ra200b349645c4f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fb6a30a0964c5b" /><Relationship Type="http://schemas.openxmlformats.org/officeDocument/2006/relationships/notesMaster" Target="/ppt/notesMasters/notesMaster1.xml" Id="R15c0bde57db74f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97571f64514634" /><Relationship Type="http://schemas.openxmlformats.org/officeDocument/2006/relationships/notesMaster" Target="/ppt/notesMasters/notesMaster1.xml" Id="Re172bbbad9b642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56205af2c743bd" /><Relationship Type="http://schemas.openxmlformats.org/officeDocument/2006/relationships/notesMaster" Target="/ppt/notesMasters/notesMaster1.xml" Id="Ra7cf9ee4f82740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01a157a1524f4f" /><Relationship Type="http://schemas.openxmlformats.org/officeDocument/2006/relationships/notesMaster" Target="/ppt/notesMasters/notesMaster1.xml" Id="Rf5ee313191b540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f0f31a436545a2" /><Relationship Type="http://schemas.openxmlformats.org/officeDocument/2006/relationships/notesMaster" Target="/ppt/notesMasters/notesMaster1.xml" Id="Rbd21a960039847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d8301580974862" /><Relationship Type="http://schemas.openxmlformats.org/officeDocument/2006/relationships/notesMaster" Target="/ppt/notesMasters/notesMaster1.xml" Id="Ree7241a8407a47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77f131207e406b" /><Relationship Type="http://schemas.openxmlformats.org/officeDocument/2006/relationships/notesMaster" Target="/ppt/notesMasters/notesMaster1.xml" Id="R52fbeb47a6684f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d3b353ccde4425" /><Relationship Type="http://schemas.openxmlformats.org/officeDocument/2006/relationships/notesMaster" Target="/ppt/notesMasters/notesMaster1.xml" Id="R2423f47a17ec41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b669c0535546b4" /><Relationship Type="http://schemas.openxmlformats.org/officeDocument/2006/relationships/notesMaster" Target="/ppt/notesMasters/notesMaster1.xml" Id="R90c2ec1c2d464d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727d5fcda3441e" /><Relationship Type="http://schemas.openxmlformats.org/officeDocument/2006/relationships/notesMaster" Target="/ppt/notesMasters/notesMaster1.xml" Id="Rfa0ef424ea9248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b6f37c147c4473" /><Relationship Type="http://schemas.openxmlformats.org/officeDocument/2006/relationships/notesMaster" Target="/ppt/notesMasters/notesMaster1.xml" Id="R381fc7b8f5284b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6300df96474506" /><Relationship Type="http://schemas.openxmlformats.org/officeDocument/2006/relationships/notesMaster" Target="/ppt/notesMasters/notesMaster1.xml" Id="R42ad34e3d03843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a8fb8881554523" /><Relationship Type="http://schemas.openxmlformats.org/officeDocument/2006/relationships/notesMaster" Target="/ppt/notesMasters/notesMaster1.xml" Id="Rb5cd81f4f9fe4d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d57bfa0e9d41ce" /><Relationship Type="http://schemas.openxmlformats.org/officeDocument/2006/relationships/notesMaster" Target="/ppt/notesMasters/notesMaster1.xml" Id="R0837b4e2ed2a40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71818b00ab4f23" /><Relationship Type="http://schemas.openxmlformats.org/officeDocument/2006/relationships/notesMaster" Target="/ppt/notesMasters/notesMaster1.xml" Id="R272dbddb158944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205a55135a4729" /><Relationship Type="http://schemas.openxmlformats.org/officeDocument/2006/relationships/notesMaster" Target="/ppt/notesMasters/notesMaster1.xml" Id="R3dd9da0d128e48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4dabd290844de2" /><Relationship Type="http://schemas.openxmlformats.org/officeDocument/2006/relationships/notesMaster" Target="/ppt/notesMasters/notesMaster1.xml" Id="R7310f7549f954f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8570b331442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6793fd42a4d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4e5cefa904f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c61f34b2d4a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3c395101342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40d75d1d74d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aa03f84fd44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ee5114667466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8c05d91130462e" /><Relationship Type="http://schemas.openxmlformats.org/officeDocument/2006/relationships/slideLayout" Target="/ppt/slideLayouts/slideLayout1.xml" Id="Rddb234f768ac4791" /><Relationship Type="http://schemas.openxmlformats.org/officeDocument/2006/relationships/slideLayout" Target="/ppt/slideLayouts/slideLayout2.xml" Id="R2c8f0e2a916c47e3" /><Relationship Type="http://schemas.openxmlformats.org/officeDocument/2006/relationships/slideLayout" Target="/ppt/slideLayouts/slideLayout3.xml" Id="R562548b941cc46b9" /><Relationship Type="http://schemas.openxmlformats.org/officeDocument/2006/relationships/slideLayout" Target="/ppt/slideLayouts/slideLayout4.xml" Id="Rdd004907748b47b3" /><Relationship Type="http://schemas.openxmlformats.org/officeDocument/2006/relationships/slideLayout" Target="/ppt/slideLayouts/slideLayout5.xml" Id="Rf39f02a8e05f4bde" /><Relationship Type="http://schemas.openxmlformats.org/officeDocument/2006/relationships/slideLayout" Target="/ppt/slideLayouts/slideLayout6.xml" Id="R64a67651fbbf450b" /><Relationship Type="http://schemas.openxmlformats.org/officeDocument/2006/relationships/slideLayout" Target="/ppt/slideLayouts/slideLayout7.xml" Id="R9d8645add21b4864" /><Relationship Type="http://schemas.openxmlformats.org/officeDocument/2006/relationships/slideLayout" Target="/ppt/slideLayouts/slideLayout8.xml" Id="Re91b2df59b404a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234f768ac4791"/>
    <p:sldLayoutId xmlns:r="http://schemas.openxmlformats.org/officeDocument/2006/relationships" id="2147483650" r:id="R2c8f0e2a916c47e3"/>
    <p:sldLayoutId xmlns:r="http://schemas.openxmlformats.org/officeDocument/2006/relationships" id="2147483651" r:id="R562548b941cc46b9"/>
    <p:sldLayoutId xmlns:r="http://schemas.openxmlformats.org/officeDocument/2006/relationships" id="2147483652" r:id="Rdd004907748b47b3"/>
    <p:sldLayoutId xmlns:r="http://schemas.openxmlformats.org/officeDocument/2006/relationships" id="2147483653" r:id="Rf39f02a8e05f4bde"/>
    <p:sldLayoutId xmlns:r="http://schemas.openxmlformats.org/officeDocument/2006/relationships" id="2147483654" r:id="R64a67651fbbf450b"/>
    <p:sldLayoutId xmlns:r="http://schemas.openxmlformats.org/officeDocument/2006/relationships" id="2147483655" r:id="R9d8645add21b4864"/>
    <p:sldLayoutId xmlns:r="http://schemas.openxmlformats.org/officeDocument/2006/relationships" id="2147483656" r:id="Re91b2df59b404a93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c440bc80d4b51" /><Relationship Type="http://schemas.openxmlformats.org/officeDocument/2006/relationships/notesSlide" Target="/ppt/notesSlides/notesSlide1.xml" Id="Rb5629c444c9c47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4023337f04640" /><Relationship Type="http://schemas.openxmlformats.org/officeDocument/2006/relationships/notesSlide" Target="/ppt/notesSlides/notesSlide2.xml" Id="R7855a952694445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6102fcdec4f3f" /><Relationship Type="http://schemas.openxmlformats.org/officeDocument/2006/relationships/notesSlide" Target="/ppt/notesSlides/notesSlide3.xml" Id="Rb41bf4b4ce624d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b5ff003d04ce7" /><Relationship Type="http://schemas.openxmlformats.org/officeDocument/2006/relationships/notesSlide" Target="/ppt/notesSlides/notesSlide4.xml" Id="R270ba55a1f6447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0a16a092d4802" /><Relationship Type="http://schemas.openxmlformats.org/officeDocument/2006/relationships/image" Target="/ppt/media/image.png" Id="R07e2359aa2e04a21" /><Relationship Type="http://schemas.openxmlformats.org/officeDocument/2006/relationships/notesSlide" Target="/ppt/notesSlides/notesSlide5.xml" Id="Rd73bb67f64284f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c64330e9442af" /><Relationship Type="http://schemas.openxmlformats.org/officeDocument/2006/relationships/image" Target="/ppt/media/image.png" Id="Re8466be874e940f2" /><Relationship Type="http://schemas.openxmlformats.org/officeDocument/2006/relationships/notesSlide" Target="/ppt/notesSlides/notesSlide6.xml" Id="R9d733b262e0c45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1d93560d34ba7" /><Relationship Type="http://schemas.openxmlformats.org/officeDocument/2006/relationships/image" Target="/ppt/media/image.png" Id="Rf190e1d2896640c6" /><Relationship Type="http://schemas.openxmlformats.org/officeDocument/2006/relationships/notesSlide" Target="/ppt/notesSlides/notesSlide7.xml" Id="R67d808bfa7a04f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aa888a9f24699" /><Relationship Type="http://schemas.openxmlformats.org/officeDocument/2006/relationships/image" Target="/ppt/media/image.png" Id="R6d72b872b1c04077" /><Relationship Type="http://schemas.openxmlformats.org/officeDocument/2006/relationships/notesSlide" Target="/ppt/notesSlides/notesSlide8.xml" Id="R377125ab546e4b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30d1f3a0640ec" /><Relationship Type="http://schemas.openxmlformats.org/officeDocument/2006/relationships/image" Target="/ppt/media/image.png" Id="R4c21e0c3e6ee46d2" /><Relationship Type="http://schemas.openxmlformats.org/officeDocument/2006/relationships/notesSlide" Target="/ppt/notesSlides/notesSlide9.xml" Id="R366df2c085f64a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211b3e20b4baf" /><Relationship Type="http://schemas.openxmlformats.org/officeDocument/2006/relationships/image" Target="/ppt/media/image.png" Id="R88ffddaaa13a4780" /><Relationship Type="http://schemas.openxmlformats.org/officeDocument/2006/relationships/notesSlide" Target="/ppt/notesSlides/notesSlide10.xml" Id="Rbe748c98022d46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d4c894cef4b7b" /><Relationship Type="http://schemas.openxmlformats.org/officeDocument/2006/relationships/image" Target="/ppt/media/image.png" Id="R61c531899e844063" /><Relationship Type="http://schemas.openxmlformats.org/officeDocument/2006/relationships/notesSlide" Target="/ppt/notesSlides/notesSlide11.xml" Id="Raab58366c8f14c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c4103119a4c44" /><Relationship Type="http://schemas.openxmlformats.org/officeDocument/2006/relationships/image" Target="/ppt/media/image.png" Id="R547fdfa0514a4c6b" /><Relationship Type="http://schemas.openxmlformats.org/officeDocument/2006/relationships/notesSlide" Target="/ppt/notesSlides/notesSlide12.xml" Id="Re015079f3c3241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c441b6f7f4508" /><Relationship Type="http://schemas.openxmlformats.org/officeDocument/2006/relationships/image" Target="/ppt/media/image.png" Id="R37351e14d9de45ac" /><Relationship Type="http://schemas.openxmlformats.org/officeDocument/2006/relationships/notesSlide" Target="/ppt/notesSlides/notesSlide13.xml" Id="R4df7907561b94a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276a084c84367" /><Relationship Type="http://schemas.openxmlformats.org/officeDocument/2006/relationships/image" Target="/ppt/media/image.png" Id="R8ade93c543524839" /><Relationship Type="http://schemas.openxmlformats.org/officeDocument/2006/relationships/notesSlide" Target="/ppt/notesSlides/notesSlide14.xml" Id="R3da6d5191cbf4d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5a47cef3d4fa5" /><Relationship Type="http://schemas.openxmlformats.org/officeDocument/2006/relationships/image" Target="/ppt/media/image.png" Id="R0bbfadc0ae3749d0" /><Relationship Type="http://schemas.openxmlformats.org/officeDocument/2006/relationships/notesSlide" Target="/ppt/notesSlides/notesSlide15.xml" Id="R15397c41a4914a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1a373f9504602" /><Relationship Type="http://schemas.openxmlformats.org/officeDocument/2006/relationships/image" Target="/ppt/media/image.png" Id="R6be7a6dadcc14870" /><Relationship Type="http://schemas.openxmlformats.org/officeDocument/2006/relationships/notesSlide" Target="/ppt/notesSlides/notesSlide16.xml" Id="R40a5e91841424f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c302c31e1470d" /><Relationship Type="http://schemas.openxmlformats.org/officeDocument/2006/relationships/image" Target="/ppt/media/image.png" Id="R2b4d110810ee4fcb" /><Relationship Type="http://schemas.openxmlformats.org/officeDocument/2006/relationships/notesSlide" Target="/ppt/notesSlides/notesSlide17.xml" Id="R91e2ff4cabc24a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6e2e2f5a04d23" /><Relationship Type="http://schemas.openxmlformats.org/officeDocument/2006/relationships/image" Target="/ppt/media/image.png" Id="Rf6f300f2e95d4968" /><Relationship Type="http://schemas.openxmlformats.org/officeDocument/2006/relationships/notesSlide" Target="/ppt/notesSlides/notesSlide18.xml" Id="Re1e273ad9d414e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2ae9dc0e34ada" /><Relationship Type="http://schemas.openxmlformats.org/officeDocument/2006/relationships/image" Target="/ppt/media/image.png" Id="R9eab2ca9ec1d4b7c" /><Relationship Type="http://schemas.openxmlformats.org/officeDocument/2006/relationships/notesSlide" Target="/ppt/notesSlides/notesSlide19.xml" Id="R37eac110458544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b0b3b870747b1" /><Relationship Type="http://schemas.openxmlformats.org/officeDocument/2006/relationships/notesSlide" Target="/ppt/notesSlides/notesSlide20.xml" Id="R785870960cde46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FFFFF"/>
                </a:solidFill>
              </a:defRPr>
            </a:pPr>
            <a:r>
              <a:rPr sz="4800" b="0">
                <a:solidFill>
                  <a:srgbClr val="FFFFFF"/>
                </a:solidFill>
              </a:rPr>
              <a:t>About Me</a:t>
            </a:r>
          </a:p>
          <a:p xmlns:a="http://schemas.openxmlformats.org/drawingml/2006/main">
            <a:pPr algn="l">
              <a:defRPr sz="4800" b="0">
                <a:solidFill>
                  <a:srgbClr val="FFFFFF"/>
                </a:solidFill>
              </a:defRPr>
            </a:pPr>
            <a:r>
              <a:rPr sz="4800" b="0">
                <a:solidFill>
                  <a:srgbClr val="FFFFFF"/>
                </a:solidFill>
              </a:rPr>
              <a:t>Storyboard v3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beck.fyi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Calm text / living background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</a:defRPr>
            </a:pPr>
            <a:r>
              <a:rPr sz="4350" b="0">
                <a:solidFill>
                  <a:srgbClr val="FFFFFF"/>
                </a:solidFill>
              </a:rPr>
              <a:t>The background carries the spectacle.</a:t>
            </a:r>
          </a:p>
          <a:p xmlns:a="http://schemas.openxmlformats.org/drawingml/2006/main">
            <a:pPr algn="l">
              <a:defRPr sz="4350" b="0">
                <a:solidFill>
                  <a:srgbClr val="FFFFFF"/>
                </a:solidFill>
              </a:defRPr>
            </a:pPr>
            <a:r>
              <a:rPr sz="4350" b="0">
                <a:solidFill>
                  <a:srgbClr val="FFFFFF"/>
                </a:solidFill>
              </a:rPr>
              <a:t>The text carries the story.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Core decision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One calm reading system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202359C0-8A7A-196E-DD58-8E6569619F09}" type="slidenum">
              <a:rPr sz="900">
                <a:solidFill>
                  <a:srgbClr val="FFFFFF"/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The text layer follows five rules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Expression comes from depth, motion and timing—not typographic noise.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Prose: left aligned, 40–52 character measure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 i="0" u="none" cap="none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moments use one centred title treatment. Reading moments use one left-aligned prose treatment. Both stay in sentence case, retain generous line spacing and sit on the same fixed background.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Titles: centred and moving only through depth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Text: black; no coloured emphasis words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Links and references: one consistent blue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Dividers and outlines: only when they clarify structure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EFD6AB9A-5F9E-5F59-51AB-3C8734130965}" type="slidenum">
              <a:rPr sz="900">
                <a:solidFill>
                  <a:srgbClr val="FFFFFF"/>
                </a:solidFill>
              </a:rPr>
              <a:t>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The page alternates spectacle and reading</a:t>
            </a:r>
          </a:p>
        </p:txBody>
      </p:sp>
      <p:cxnSp>
        <p:nvCxnSpPr>
          <p:cNvPr id="26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93668" y="3373755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0–28%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28–64%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64–100%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Pause and explain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Left-aligned prose introduces trajectory, practice and proof.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Enter complexity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Centred titles travel through a dense point field.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Structure comes alive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grid, pulse and artefacts complete the argument.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EE5B3003-2C54-13C6-9832-7637201064DE}" type="slidenum">
              <a:rPr sz="900">
                <a:solidFill>
                  <a:srgbClr val="FFFFFF"/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01 — Enter the field</a:t>
            </a:r>
          </a:p>
        </p:txBody>
      </p:sp>
      <p:pic>
        <p:nvPicPr>
          <p:cNvPr id="57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2359aa2e04a21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sentence reaches a calm reading plane while the cloud moves behind it. The text does not rotate, scatter or change colour.</a:t>
            </a:r>
          </a:p>
        </p:txBody>
      </p:sp>
      <p:sp>
        <p:nvSpPr>
          <p:cNvPr id="535" name="page-frame-1">
            <a:extLst xmlns:a="http://schemas.openxmlformats.org/drawingml/2006/main">
              <a:ext uri="{FF2B5EF4-FFF2-40B4-BE49-F238E27FC236}">
                <a16:creationId xmlns:a16="http://schemas.microsoft.com/office/drawing/2014/main" id="{BC0119AD-24D4-4BA5-AF39-B5CE952F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8A98E3E-209A-4E95-A432-ECDA7423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90DD2E0-9280-4B24-AC20-5D67D62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94B0598-2568-43E7-AE5A-82352AF9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E0D84095-7C7C-4E01-BC31-37E0718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6D2B91A-6AB8-49F0-BC4B-97C34D5F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719" y="4068268"/>
            <a:ext cx="121240" cy="121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4F5EDF3-F373-4894-A2B7-306CF7FB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178" y="4209301"/>
            <a:ext cx="76584" cy="76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45C906F-8F96-4D96-998F-2FB4D59A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730" y="2007411"/>
            <a:ext cx="132233" cy="1322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A4B0C79-BC9A-42E9-9D4B-E237D2B7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948" y="1570980"/>
            <a:ext cx="98527" cy="98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FC1D48A-0E50-4654-99EA-84B6ABF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194" y="4101670"/>
            <a:ext cx="140308" cy="140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BC0B32E-34D9-4C31-9453-1CFB935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2501" y="4883746"/>
            <a:ext cx="168873" cy="1688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3AB2512-F6A2-488D-B56D-C25FD35F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107" y="2611166"/>
            <a:ext cx="99000" cy="9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0982911-A442-4E29-9538-138E7E8B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097" y="4975734"/>
            <a:ext cx="152850" cy="152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E948252-5861-487B-B5B4-BF2E1EF2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649" y="4262223"/>
            <a:ext cx="88843" cy="888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FC56CEA-D392-4614-9FE4-39434F59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768" y="1553155"/>
            <a:ext cx="169744" cy="169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0703DEA-999A-44D4-93AD-AB4EA46A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581" y="4122888"/>
            <a:ext cx="114017" cy="1140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14C5FF9-FB38-461C-B80F-24246924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925" y="4449596"/>
            <a:ext cx="89312" cy="89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2C02616-C3B7-4F25-B05F-9A4C1B73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450" y="4291847"/>
            <a:ext cx="142980" cy="1429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4DFA7192-A183-4A30-99E8-EE2CE6EE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399" y="1701899"/>
            <a:ext cx="117201" cy="1172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FF01B2C-A0E2-4040-9FDE-88F7AD2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249" y="4891936"/>
            <a:ext cx="132319" cy="1323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78311B9-5278-4F62-B800-40C59A50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154" y="4917512"/>
            <a:ext cx="110526" cy="110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DC0D93AB-CA17-4377-83D4-D15C4A8F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146" y="1934359"/>
            <a:ext cx="71411" cy="71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915F52C-69F8-4A95-97ED-590CD6B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956" y="4222327"/>
            <a:ext cx="116213" cy="1162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3ABBEC7-7F90-446D-98F1-582ADFF0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891" y="4146680"/>
            <a:ext cx="114493" cy="1144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78079ED5-4432-4CCB-BBB2-92C12BE0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676" y="1974452"/>
            <a:ext cx="92021" cy="92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C44D4E6B-D659-489C-8A50-8716AC52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488" y="1616715"/>
            <a:ext cx="162810" cy="162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6B7EB400-0298-4876-AA17-FC4551AB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226" y="1361628"/>
            <a:ext cx="127513" cy="127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3E5EBF4E-6FD6-46DB-BBE0-1730B19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072" y="4775512"/>
            <a:ext cx="140767" cy="140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6A3913EC-3756-454E-9B86-25CC0E37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727" y="3964328"/>
            <a:ext cx="99176" cy="99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DE2D514-2236-4836-B84C-9CFB727C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7" y="3264748"/>
            <a:ext cx="133508" cy="133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0BDECED-71D3-45EE-9B48-2B895754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884" y="3755078"/>
            <a:ext cx="133286" cy="133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F279D8FE-3AA5-4327-9144-2301A93D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564" y="4174524"/>
            <a:ext cx="89019" cy="89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030DE339-5361-4E78-A6AE-3DC4BB21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640" y="1518947"/>
            <a:ext cx="111643" cy="1116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17E78761-4468-4E19-B5DC-1B8FBFD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985" y="1875104"/>
            <a:ext cx="131158" cy="1311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B7746AF3-7C09-4A53-88A9-6E2DE78A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95475"/>
            <a:ext cx="45339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Digital experiences are often asked to make complicated things feel simple.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8C630A04-5A25-9E0C-9436-126091DB86B3}" type="slidenum">
              <a:rPr sz="900">
                <a:solidFill>
                  <a:srgbClr val="FFFFFF"/>
                </a:solidFill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02 — The complication</a:t>
            </a:r>
          </a:p>
        </p:txBody>
      </p:sp>
      <p:pic>
        <p:nvPicPr>
          <p:cNvPr id="58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66be874e940f2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shorter sentence can travel closer to the viewer. It remains sentence case and centre aligned; depth supplies the emphasis.</a:t>
            </a:r>
          </a:p>
        </p:txBody>
      </p:sp>
      <p:sp>
        <p:nvSpPr>
          <p:cNvPr id="535" name="page-frame-2">
            <a:extLst xmlns:a="http://schemas.openxmlformats.org/drawingml/2006/main">
              <a:ext uri="{FF2B5EF4-FFF2-40B4-BE49-F238E27FC236}">
                <a16:creationId xmlns:a16="http://schemas.microsoft.com/office/drawing/2014/main" id="{8CE6EDAC-F921-431D-85D1-E72EDF5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E1F67C01-F8E5-48F4-90F6-E0548E64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57A7836E-64E0-47CB-AFED-C1C36266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49E0250-6FF9-44AF-BA46-8C7B1653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6262370B-A24F-4EB5-9CD5-30CBB14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1ADE0AA-8765-4AB9-BE21-C44A4F8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536" y="5122910"/>
            <a:ext cx="113710" cy="1137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797169B-AE20-4BBD-AD79-01CD6036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530" y="2902679"/>
            <a:ext cx="103445" cy="103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53CB253-54B8-4C48-B395-4E8BDD5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18" y="3831591"/>
            <a:ext cx="113075" cy="113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A4A9721-6FCB-4FDF-A322-BE0A47DD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612" y="1486706"/>
            <a:ext cx="130769" cy="1307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5217C64-10B4-421B-B3FF-019F0214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473" y="3863294"/>
            <a:ext cx="82253" cy="82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D43FD22-FACA-4974-965F-6BECE90D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423" y="3898224"/>
            <a:ext cx="96516" cy="96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E1549D1-9F0C-4936-B547-CDE9A3A6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323" y="1362270"/>
            <a:ext cx="87470" cy="87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599AC6C-7838-4962-9881-E7FB9179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707" y="1104807"/>
            <a:ext cx="99710" cy="997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940A644-BE7D-48C1-83AA-B606F570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684" y="1389319"/>
            <a:ext cx="96412" cy="964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D57E3E1-8733-4FCA-BC4F-DAF3284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222" y="1499022"/>
            <a:ext cx="131479" cy="131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68FF672-0520-4EBD-B57E-446440AD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873" y="4671868"/>
            <a:ext cx="149944" cy="149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1012458-27F2-4228-BE9C-E9B759D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434" y="4099001"/>
            <a:ext cx="78548" cy="78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630DACE-A5C6-4016-9EAD-CCC4AF75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578" y="3109475"/>
            <a:ext cx="92305" cy="92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EF389B10-992F-47E4-9C2E-7E96819D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734" y="3557088"/>
            <a:ext cx="110578" cy="1105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95B7851-ED22-49CF-929D-3523719B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416" y="3884997"/>
            <a:ext cx="65874" cy="65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0E51D1F-5A9B-4A3D-B030-B48A4282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244" y="4183090"/>
            <a:ext cx="90490" cy="90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ADBF727-6CDD-476B-B717-91C47DA9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858" y="1886443"/>
            <a:ext cx="70624" cy="7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42FB150-3C24-4575-9659-FA047A6B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149" y="1324061"/>
            <a:ext cx="125366" cy="1253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5411868-32F5-4683-BE8A-E2D2E52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463" y="3943754"/>
            <a:ext cx="51813" cy="51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6A616F5-E694-4394-AAE8-9C4A6561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681" y="3510294"/>
            <a:ext cx="90766" cy="90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CE1BA298-F68C-4A74-9723-B3F0BE83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366" y="3545969"/>
            <a:ext cx="79917" cy="79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3F8C478-20F4-493F-9BDA-59428D24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693" y="2025553"/>
            <a:ext cx="98136" cy="98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82E80B08-3427-4776-ABCC-6AC6E4B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5" y="2124788"/>
            <a:ext cx="69702" cy="697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44B3E478-19A3-4A0A-BA64-C34E1D9E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801" y="2385923"/>
            <a:ext cx="89082" cy="890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239B7DE2-61C7-4371-9F1A-BEE502EC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777" y="2060301"/>
            <a:ext cx="114745" cy="1147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CB0D0B80-2AE8-466C-AF2E-78F48DEC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583" y="4438650"/>
            <a:ext cx="65955" cy="65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9797141-DCD1-4A96-9BC7-9CC1C001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978" y="4491085"/>
            <a:ext cx="73720" cy="73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EFF8939-D77D-4A24-8643-B1E4F01A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271" y="4839206"/>
            <a:ext cx="120473" cy="120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6AB687FF-CB49-46D9-AFDE-DF2891FA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18" y="1675734"/>
            <a:ext cx="134359" cy="1343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F3DFA08-4431-4DA6-8D30-DF5DFBC5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340" y="1742056"/>
            <a:ext cx="75763" cy="7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53BE96E-5846-494F-B805-A345AD61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83" y="4142133"/>
            <a:ext cx="64046" cy="64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D3A797C-A013-45DC-9AE5-5190E902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943" y="4730379"/>
            <a:ext cx="115032" cy="115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7EC4CB23-522C-4490-A9D7-811AE2A9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09" y="1424104"/>
            <a:ext cx="106573" cy="106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B4FFF1C-BFD8-41A5-9A02-800BBC47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560" y="1748663"/>
            <a:ext cx="82193" cy="82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76444762-C484-43A0-A7EF-9929AAFF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730" y="4848531"/>
            <a:ext cx="83184" cy="83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88DE8F9-459B-4850-B663-9587381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86" y="3918302"/>
            <a:ext cx="40472" cy="40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B694E73-5C8A-45AD-B238-445DCC68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121" y="3186045"/>
            <a:ext cx="58759" cy="58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39488B2-2A8B-474F-A54A-A7FC7980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67" y="1319198"/>
            <a:ext cx="89062" cy="890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67F7834-02AC-497D-A3B9-AEAC8696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7544" y="1058790"/>
            <a:ext cx="129229" cy="129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83F5B0E-F268-4C23-B746-2C7F47FA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813" y="2027351"/>
            <a:ext cx="52308" cy="523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1470CA38-FE8E-41D6-8A54-BD09E78D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570" y="3306334"/>
            <a:ext cx="101851" cy="101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mockup-text">
            <a:extLst xmlns:a="http://schemas.openxmlformats.org/drawingml/2006/main">
              <a:ext uri="{FF2B5EF4-FFF2-40B4-BE49-F238E27FC236}">
                <a16:creationId xmlns:a16="http://schemas.microsoft.com/office/drawing/2014/main" id="{750785ED-C70F-47E6-8EA5-7A8C39DB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14575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111111"/>
                </a:solidFill>
              </a:defRPr>
            </a:pPr>
            <a:r>
              <a:rPr sz="3825" b="1">
                <a:solidFill>
                  <a:srgbClr val="111111"/>
                </a:solidFill>
              </a:rPr>
              <a:t>But simple can become flat.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D3D7D1C8-AE23-AA48-DF65-C742588DBE47}" type="slidenum">
              <a:rPr sz="900">
                <a:solidFill>
                  <a:srgbClr val="FFFFFF"/>
                </a:solidFill>
              </a:rPr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03 — State the principle</a:t>
            </a:r>
          </a:p>
        </p:txBody>
      </p:sp>
      <p:pic>
        <p:nvPicPr>
          <p:cNvPr id="59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0e1d2896640c6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camera briefly stabilises inside the cloud. One concise title holds in the centre before the experience moves into prose.</a:t>
            </a:r>
          </a:p>
        </p:txBody>
      </p:sp>
      <p:sp>
        <p:nvSpPr>
          <p:cNvPr id="535" name="page-frame-3">
            <a:extLst xmlns:a="http://schemas.openxmlformats.org/drawingml/2006/main">
              <a:ext uri="{FF2B5EF4-FFF2-40B4-BE49-F238E27FC236}">
                <a16:creationId xmlns:a16="http://schemas.microsoft.com/office/drawing/2014/main" id="{F7781EC4-32E9-4235-BC42-9FAAC522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022D89DB-D7D2-4A8E-A4C9-73E68D6B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C850AF3B-A5D3-42A8-90E3-4130CA0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4D1932B-E3B5-4E52-9EE4-0BD9F538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ED9B329-2252-4759-89B2-617D728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ACC1C5F-5CCA-476B-9D3F-E34E0CC0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859" y="1641475"/>
            <a:ext cx="86997" cy="86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06AA227-B1D0-4999-85FA-6E3E379A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9" y="1747496"/>
            <a:ext cx="81788" cy="817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7F4D0C8-1BBE-4447-850B-C2F77C95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574" y="1204187"/>
            <a:ext cx="104508" cy="104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6C497C8-1AF9-4892-A259-645D77CB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923" y="1287352"/>
            <a:ext cx="93746" cy="937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2884B45-5F7D-47BE-94EB-121C8BF3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963" y="4075542"/>
            <a:ext cx="59377" cy="59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D54D0D2-745B-4176-B53B-E00B1B55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879" y="2136671"/>
            <a:ext cx="86561" cy="865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FD3358C-FD9F-45D1-940E-E03E55DB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253" y="1706642"/>
            <a:ext cx="73707" cy="737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F858E7F-70DF-479D-B466-86DAAB4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552" y="3955057"/>
            <a:ext cx="54984" cy="54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F6FFCC1-5262-4E7A-99D0-050E12B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312" y="3678391"/>
            <a:ext cx="84286" cy="84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B4CFAF0-C3AC-4E20-849B-E5B71CC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265" y="1561526"/>
            <a:ext cx="67784" cy="67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CC41B41-224C-48BE-9126-0DA2D227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843" y="4225762"/>
            <a:ext cx="84978" cy="84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EB222F0-B844-428B-953A-3F956518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208" y="3115928"/>
            <a:ext cx="112785" cy="1127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D4BA655-B1AE-4C6F-AB44-5DD8C32E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539" y="4258551"/>
            <a:ext cx="78597" cy="785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551E4E86-0536-46B4-8FD8-41562A2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670" y="1630456"/>
            <a:ext cx="69766" cy="6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3284B1D-EF72-4322-BF73-35C9312E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8994" y="1944180"/>
            <a:ext cx="108124" cy="1081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BA53D9A-3B06-4E1C-978E-681D14B9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349" y="4901760"/>
            <a:ext cx="110428" cy="1104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7D37EC00-1EEA-425A-A9DC-4505898B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713" y="4871193"/>
            <a:ext cx="107287" cy="1072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9898A03-4DE0-4516-B431-A2265F49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089" y="3210591"/>
            <a:ext cx="95392" cy="95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FBDA85C1-419C-4AC1-9A84-FE4160FC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83" y="2089207"/>
            <a:ext cx="68795" cy="68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B14D323A-0581-497A-A868-958E6394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955" y="1383258"/>
            <a:ext cx="98596" cy="98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D8105239-6C78-4636-83C5-9C4308E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772" y="3953684"/>
            <a:ext cx="110198" cy="110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3FC4CAB-6483-409C-8714-32875051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376" y="4202476"/>
            <a:ext cx="139811" cy="1398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BBB7397-9906-408E-B8F9-D1883A0C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297" y="4197733"/>
            <a:ext cx="60609" cy="606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61DC9930-DA81-4D43-89BB-42BA56CC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241" y="3864175"/>
            <a:ext cx="104858" cy="1048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CE426355-C9CC-4B52-8903-551F8283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975" y="3293016"/>
            <a:ext cx="66509" cy="665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77C20672-007D-4EE1-87FD-616C97E9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351" y="4624640"/>
            <a:ext cx="84704" cy="84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EE268054-717A-4D0D-8997-D6F236D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473" y="1637315"/>
            <a:ext cx="140191" cy="1401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6CE8E073-FA61-46D3-95CA-4017B13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70" y="4808180"/>
            <a:ext cx="105174" cy="105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6A8F88A-F846-43FE-93C9-2FEC8D85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349" y="2065346"/>
            <a:ext cx="83574" cy="83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C3A44B3-F126-4345-98C0-280F6BD5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139" y="1398692"/>
            <a:ext cx="84194" cy="8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C47631D-8376-426E-B011-7DCE6F09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034" y="4317569"/>
            <a:ext cx="80840" cy="80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BF0F931-7E7D-440E-9ECA-4E701428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438" y="3132144"/>
            <a:ext cx="79256" cy="792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BECD4EC-E81F-49A7-88EF-2C65C1FB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0990" y="5122493"/>
            <a:ext cx="138075" cy="138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D57439DF-205A-461D-9071-B9C31D1D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05" y="4448281"/>
            <a:ext cx="105944" cy="105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3BD4F8F-0416-4232-B23B-1FF1BFF4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610" y="4932488"/>
            <a:ext cx="94362" cy="943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2F4432B-9398-4523-A6FE-64A0BE18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0988" y="2293048"/>
            <a:ext cx="92039" cy="9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4D299301-5150-478A-97FE-ECA9988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296" y="1947467"/>
            <a:ext cx="87683" cy="876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1AAD5B4-D313-4916-830A-23AA5BDE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935" y="5244433"/>
            <a:ext cx="103206" cy="103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73F6604D-0EFD-4F36-94BF-21366D6D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249" y="1591673"/>
            <a:ext cx="151474" cy="1514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80C16A2D-5BC7-49C8-BD75-3392D8FC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230" y="3561675"/>
            <a:ext cx="126978" cy="126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E28BD497-98DC-49CD-BE16-23CD2980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8250" y="2909848"/>
            <a:ext cx="87559" cy="875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9DA865A3-63C5-4486-BE20-5D9BA531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308" y="1487185"/>
            <a:ext cx="79906" cy="799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F8356502-62B4-447F-AEC3-26033469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047" y="1929621"/>
            <a:ext cx="61263" cy="61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9E8D3D5A-3B1E-4BCF-8CB8-556387B1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717" y="1999041"/>
            <a:ext cx="63770" cy="63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04D84DA4-1F8D-42D1-BC0C-7B0EE2B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744" y="1407697"/>
            <a:ext cx="143208" cy="143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AABF86AA-CEEA-4389-AE91-AC5F3BEC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337" y="1890615"/>
            <a:ext cx="105800" cy="10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A485C686-60C5-4026-837B-6BC1456E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715" y="1777786"/>
            <a:ext cx="109349" cy="1093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28C4EF0-78B3-4893-B831-2053A3C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503" y="1719231"/>
            <a:ext cx="99693" cy="99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F3431333-6727-4001-90BF-EFFB984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168" y="4504723"/>
            <a:ext cx="74228" cy="742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FE4A2E9F-4DDC-4535-9DE2-9B028868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52675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111111"/>
                </a:solidFill>
              </a:defRPr>
            </a:pPr>
            <a:r>
              <a:rPr sz="3825" b="1">
                <a:solidFill>
                  <a:srgbClr val="111111"/>
                </a:solidFill>
              </a:rPr>
              <a:t>Clarity without flattening.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BA58DA2A-B818-18A9-29C1-B697728D5BCE}" type="slidenum">
              <a:rPr sz="900">
                <a:solidFill>
                  <a:srgbClr val="FFFFFF"/>
                </a:solidFill>
              </a:rPr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04 — First reading pause</a:t>
            </a:r>
          </a:p>
        </p:txBody>
      </p:sp>
      <p:pic>
        <p:nvPicPr>
          <p:cNvPr id="55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2b872b1c04077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Prose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environment recedes. A large left-aligned paragraph reveals line by line at one consistent threshold; the reading measure stays narrow.</a:t>
            </a:r>
          </a:p>
        </p:txBody>
      </p:sp>
      <p:sp>
        <p:nvSpPr>
          <p:cNvPr id="535" name="page-frame-4">
            <a:extLst xmlns:a="http://schemas.openxmlformats.org/drawingml/2006/main">
              <a:ext uri="{FF2B5EF4-FFF2-40B4-BE49-F238E27FC236}">
                <a16:creationId xmlns:a16="http://schemas.microsoft.com/office/drawing/2014/main" id="{6A82EFE2-B8E9-4F5B-888F-EA93A13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3A755FE9-5DF8-4765-9E29-280E3879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5C26E1B1-5D24-412C-B2F2-D4491AE6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7F56EF4-0D0D-43F3-851A-6847C82A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639D6CA9-82C3-49AE-98BB-C6FDAB0F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Continue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EC02FA1-6EBF-4B64-97DB-8DDAA162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498" y="3979018"/>
            <a:ext cx="63084" cy="63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934DA8C-1F63-4039-9B35-270052CE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338" y="1770018"/>
            <a:ext cx="56189" cy="56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C70181B-9B2F-469A-814E-B9BA7844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007" y="4998030"/>
            <a:ext cx="42403" cy="424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DC7860B-5361-4374-98C7-D46E732C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178" y="3655292"/>
            <a:ext cx="88083" cy="88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637B3B1-B821-4188-918D-EA6892A1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7347" y="2708262"/>
            <a:ext cx="33636" cy="33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894CF7A-74A3-42B8-A3FC-F2F6BE4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664" y="1978991"/>
            <a:ext cx="49482" cy="494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B51992A-54C8-4E1F-8FE5-AB703550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693" y="2444156"/>
            <a:ext cx="38901" cy="389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82CBBD8-7EC1-4BE7-8ABC-8DDFD75C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309" y="2360854"/>
            <a:ext cx="74797" cy="747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4F946AB-FABA-4ACF-83FF-893E1E15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247" y="4348485"/>
            <a:ext cx="69027" cy="69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31B2B3A-2134-4FD3-9EEE-A6E8989E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192" y="1362178"/>
            <a:ext cx="54052" cy="540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F02EFE7-5E87-4C4B-989F-3E24FDDD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374" y="2465835"/>
            <a:ext cx="67332" cy="67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8E99AF8-1DC7-4FA8-8DE1-89C23044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071" y="3050934"/>
            <a:ext cx="53504" cy="5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79334A95-A528-4EFD-BF4A-608D9533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857" y="3448448"/>
            <a:ext cx="58629" cy="586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2B6E5B6F-883F-4579-96CD-FFEBB473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938" y="1987511"/>
            <a:ext cx="85979" cy="859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9AB2526-4F10-495C-8165-08113BB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077" y="4737529"/>
            <a:ext cx="58146" cy="581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091F62C-939C-416E-B62D-6BFADE6C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288" y="4329963"/>
            <a:ext cx="44094" cy="44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02E5E861-7B09-4356-97AB-D4F09B43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47825"/>
            <a:ext cx="35433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Clarity should make complexity understandable without removing what makes it human: context, character, movement and surprise.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388657AE-30A1-5A7A-6A7F-315D84436430}" type="slidenum">
              <a:rPr sz="900">
                <a:solidFill>
                  <a:srgbClr val="FFFFFF"/>
                </a:solidFill>
              </a:rPr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05 — Graphic design origin</a:t>
            </a:r>
          </a:p>
        </p:txBody>
      </p:sp>
      <p:pic>
        <p:nvPicPr>
          <p:cNvPr id="59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1e0c3e6ee46d2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Prose + artefact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biography begins only after the principle is clear. A poster stack appears beside the sentence as direct evidence, not decoration.</a:t>
            </a:r>
          </a:p>
        </p:txBody>
      </p:sp>
      <p:sp>
        <p:nvSpPr>
          <p:cNvPr id="535" name="page-frame-5">
            <a:extLst xmlns:a="http://schemas.openxmlformats.org/drawingml/2006/main">
              <a:ext uri="{FF2B5EF4-FFF2-40B4-BE49-F238E27FC236}">
                <a16:creationId xmlns:a16="http://schemas.microsoft.com/office/drawing/2014/main" id="{359FFAE8-CEF3-4468-ADEE-6D7460F6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B50E8FCC-674B-4EE3-B85B-9DFA6CE4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8BE7AB91-2E1B-4775-810E-C823D0F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05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C2D23BB-AC69-4F0E-BA82-AE72288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92997323-2B9C-428A-A80B-185758A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Continue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F1B15B6-992F-4C10-B728-DF93B5AA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713" y="4349284"/>
            <a:ext cx="65552" cy="655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F47AD64-6B6C-4FAD-BE22-533333A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562" y="3518479"/>
            <a:ext cx="90107" cy="90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C030939-4FCF-44A3-8AF5-4A36CC8D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611" y="3686478"/>
            <a:ext cx="83646" cy="83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54A6606-BD0A-4C66-A0A1-8C32BC2C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965" y="4774317"/>
            <a:ext cx="77605" cy="776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07EDD17-1F89-4D01-97CC-B1C42BE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593" y="4242942"/>
            <a:ext cx="51190" cy="51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F7F65F1-542A-41E1-8E4A-8668B9BC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5881" y="1700207"/>
            <a:ext cx="61090" cy="610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5C9C4AE-6DFA-4543-A519-AE61C9A7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155" y="3181466"/>
            <a:ext cx="76280" cy="76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4DC5347-BC96-4383-BC09-5B43EB53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707" y="3025585"/>
            <a:ext cx="91864" cy="91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D02600A-474F-4763-B3D4-8DE820B1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153" y="2505288"/>
            <a:ext cx="61586" cy="615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511D310-47A1-4934-96DE-E62B82C5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971" y="2439807"/>
            <a:ext cx="66596" cy="66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mockup-text">
            <a:extLst xmlns:a="http://schemas.openxmlformats.org/drawingml/2006/main">
              <a:ext uri="{FF2B5EF4-FFF2-40B4-BE49-F238E27FC236}">
                <a16:creationId xmlns:a16="http://schemas.microsoft.com/office/drawing/2014/main" id="{5D133DDB-105A-46FD-9C48-A3D46E74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52575"/>
            <a:ext cx="32956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I learned that first through graphic design. Type, image and rhythm can turn noise into meaning without erasing its energy.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6A29B38-4CA1-4692-A936-83099BE6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0163175" y="2886075"/>
            <a:ext cx="106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B724F5F-D786-4F55-B4A2-5E5230E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913" y="31289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3D2F538A-6971-47E3-8D8F-86631C7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3119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B9B865E-DC27-4269-A67D-D87D716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413" y="31099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B56939ED-1628-478F-9948-E47C73FB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913" y="3405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3A500A1-838A-4D10-8311-DED3C06D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3395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7C1C5839-D8A5-493E-9B3C-D11F8EE9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413" y="33861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84AE5252-DDA3-46C8-9CF2-08FD2DE0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913" y="36814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148CCDF-3923-43F8-991F-4531ECA3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3671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648C8330-16FA-4D0C-BB5C-973028DE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413" y="36623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21B3A6AE-E948-4A61-98C2-6B811B1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913" y="39576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1222D7C2-6A38-46F6-BBE6-612BDFB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3948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60C252ED-E505-4B02-BE26-C63AD93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413" y="39385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F8F35418-BB7F-476D-8AAE-37B6D18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0287000" y="2800350"/>
            <a:ext cx="106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4D7E708-C57B-4DC1-8C6B-B32E5791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0337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B054889-78EF-49C2-9BD1-B11399E4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963" y="3024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91686F3-2002-4731-8758-AA58739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0432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64AC4DC-B428-45BA-8BA6-70F098FF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3099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3786B90-0605-4A88-96A8-65294ED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963" y="33004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F01DC1B-DE69-4289-95B4-8AF5ABDB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3194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976670F-0A73-4655-B514-F5614F1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5861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38AC0DE-EF80-4D90-84CD-A3655972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963" y="3576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C6BBBE5-884F-4626-980A-E3E694B9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5956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72176EC-C74E-4A39-A55B-11F6533B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862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162B082-2881-43BE-9E52-67A251F9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963" y="38528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C190D5AD-170F-4F00-941C-A0657A3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8719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599E6669-D588-4BB0-9EAD-144F487C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0410825" y="2714625"/>
            <a:ext cx="106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BC5A548-C10D-44CF-A244-2E4CB4E7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29384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9D9C6F53-5D09-41A0-AD5E-50D4AFDA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29575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7CD1DBDB-55A9-4C59-B48C-9AC65B5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588" y="294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9FB285D-109E-47DD-BF18-D3504BDC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321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FD601142-1CB3-4FD9-875E-4A043CEE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32337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AC58C275-6E0D-472A-B309-F860B85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588" y="3224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4DB694C-9D7E-452C-994C-E17EF921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34909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B4758E05-F806-40BE-B51C-21C5F6E5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35099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4EA202CB-46A6-44B6-8FF3-AC8E5DE2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588" y="3500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DD464B70-0800-4C87-931B-E8513A53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37671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DD60B6FF-6CED-4235-9082-082DB346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3786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F580DFB3-FAA6-4104-90B5-229F706A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588" y="3776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DB7BEEEC-A170-5376-2B6E-CB54687B0CB1}" type="slidenum">
              <a:rPr sz="900">
                <a:solidFill>
                  <a:srgbClr val="FFFFFF"/>
                </a:solidFill>
              </a:rPr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06 — The work scales up</a:t>
            </a:r>
          </a:p>
        </p:txBody>
      </p:sp>
      <p:pic>
        <p:nvPicPr>
          <p:cNvPr id="56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fddaaa13a4780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Prose + outline list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single outlined list gives the longer sentence structure. The boxes support scanning without turning the page into a card grid.</a:t>
            </a:r>
          </a:p>
        </p:txBody>
      </p:sp>
      <p:sp>
        <p:nvSpPr>
          <p:cNvPr id="535" name="page-frame-6">
            <a:extLst xmlns:a="http://schemas.openxmlformats.org/drawingml/2006/main">
              <a:ext uri="{FF2B5EF4-FFF2-40B4-BE49-F238E27FC236}">
                <a16:creationId xmlns:a16="http://schemas.microsoft.com/office/drawing/2014/main" id="{94100799-A597-4399-9A28-5C8E404C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C58E4AAB-8B27-4E5A-BD18-A5F5546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F369325B-43F8-4E3D-9A0D-5C6267DE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06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D76030F-B027-49CE-9DF7-D80532FA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99162324-987B-4E1E-BC2D-520705AF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Continue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99C07FB-1655-4FFA-BC35-F1E17519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053" y="4719550"/>
            <a:ext cx="68020" cy="68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0C8C249-C33A-4D71-9236-F40DDB5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613" y="1193837"/>
            <a:ext cx="78731" cy="78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94D5000-9622-476B-ABA7-9A620BC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165" y="4727668"/>
            <a:ext cx="39318" cy="39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1941194-B310-4BF3-B85C-A1A0344E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0596" y="4908842"/>
            <a:ext cx="90110" cy="90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50E3311-BA1C-4399-B82A-A858886B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562" y="4261247"/>
            <a:ext cx="58244" cy="58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D9C3FEA-3A5E-45CE-B8DA-3D3B68C7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136" y="3169101"/>
            <a:ext cx="48412" cy="484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523F32B-25DB-4FE5-9762-5C364BFF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29" y="2964271"/>
            <a:ext cx="72210" cy="722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7174F6C-946A-4905-84D6-7D2A3FD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679" y="2738502"/>
            <a:ext cx="42707" cy="427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EF7526D-A2C5-45EB-A461-52EDA91E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1977" y="2631520"/>
            <a:ext cx="89339" cy="89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25F869E-9DC4-4767-A699-D665931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95425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That led me into products and services, where the same principle has to work at a larger scale.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4A9B0FC-74ED-4440-B64C-105BC79E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480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1" name="mockup-text">
            <a:extLst xmlns:a="http://schemas.openxmlformats.org/drawingml/2006/main">
              <a:ext uri="{FF2B5EF4-FFF2-40B4-BE49-F238E27FC236}">
                <a16:creationId xmlns:a16="http://schemas.microsoft.com/office/drawing/2014/main" id="{AB052275-C84B-4B70-B20B-03519C13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432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Users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7612D6E-2524-4A8E-B599-7642C1A9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052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3" name="mockup-text">
            <a:extLst xmlns:a="http://schemas.openxmlformats.org/drawingml/2006/main">
              <a:ext uri="{FF2B5EF4-FFF2-40B4-BE49-F238E27FC236}">
                <a16:creationId xmlns:a16="http://schemas.microsoft.com/office/drawing/2014/main" id="{E47C7A35-56B3-4B2A-BA20-46117F0E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004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Systems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AAEC7AA-199D-4062-8A88-B080E678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624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5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2085A39-D9F9-484A-B959-E3E93E0F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576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Constraints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8B608508-2CB0-4531-B7E9-F1A4A419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9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B3AA15A1-2C43-4CF0-B55F-772EC682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148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Decisions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30394428-F1DC-E5F6-DB0C-7DE31F3D8A23}" type="slidenum">
              <a:rPr sz="900">
                <a:solidFill>
                  <a:srgbClr val="FFFFFF"/>
                </a:solidFill>
              </a:rPr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07 — Structure appears</a:t>
            </a:r>
          </a:p>
        </p:txBody>
      </p:sp>
      <p:pic>
        <p:nvPicPr>
          <p:cNvPr id="65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531899e844063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cloud begins to align into a field. The title stays optically still while the material behind it performs the transition.</a:t>
            </a:r>
          </a:p>
        </p:txBody>
      </p:sp>
      <p:sp>
        <p:nvSpPr>
          <p:cNvPr id="535" name="page-frame-7">
            <a:extLst xmlns:a="http://schemas.openxmlformats.org/drawingml/2006/main">
              <a:ext uri="{FF2B5EF4-FFF2-40B4-BE49-F238E27FC236}">
                <a16:creationId xmlns:a16="http://schemas.microsoft.com/office/drawing/2014/main" id="{3D4A0EAA-AA42-41B2-AD7F-240EFB8B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181B9F0-F093-4202-BED2-AE522078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74574A05-730C-4F6B-8482-55433C3D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07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8C61DFB-2B54-48E5-A039-2361658A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49B7630B-3B56-44C8-AC8B-FA7C742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A76B597-16ED-46D8-92CF-44F2E5A8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534" y="1663758"/>
            <a:ext cx="122549" cy="122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8FF4878-14E4-40A7-8FAE-BEC8CEED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394" y="3262142"/>
            <a:ext cx="98834" cy="988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CBB62D0-F99E-42A0-A120-CE6D5895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622" y="3866219"/>
            <a:ext cx="78990" cy="78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A947FB1-21D6-4A34-B8C9-53C74BA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683" y="3591588"/>
            <a:ext cx="94776" cy="94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BE7877D-5CC1-4A8F-8FAE-7045F291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31" y="1965859"/>
            <a:ext cx="60716" cy="60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C72EDEC-BCF2-41E3-B060-EB080C45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827" y="1863092"/>
            <a:ext cx="106264" cy="1062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0DBD71B-0A88-46C9-B263-DF85C9A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0264" y="2832079"/>
            <a:ext cx="169567" cy="1695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6B407F8-F51A-42C9-A762-D1863373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072" y="1235673"/>
            <a:ext cx="113212" cy="113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4F88B9A-210D-4963-A36C-BEA6989C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318" y="1149577"/>
            <a:ext cx="111800" cy="11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95B18A3-BF0F-4E43-88AA-FBCDEBF3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030" y="1062998"/>
            <a:ext cx="156919" cy="156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4ECDB5E-EE13-4495-8F4A-E0211DF5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096" y="1384045"/>
            <a:ext cx="86857" cy="868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B3E9642-DC18-4840-B77C-2E92347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700" y="1819155"/>
            <a:ext cx="64913" cy="64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7F2A3BFA-A662-4453-AE03-8E12521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057" y="1676587"/>
            <a:ext cx="139306" cy="1393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9CB5120-506F-426B-8350-2A0F7A51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010" y="2213165"/>
            <a:ext cx="90371" cy="903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AAA24A5-4027-4C64-A09D-D1227008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771" y="4413683"/>
            <a:ext cx="83641" cy="83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DA106C8-276F-497A-BD32-8374CAD6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843" y="2341904"/>
            <a:ext cx="129453" cy="129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1CC795A-5465-4485-AF7D-3EDE32C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760" y="4708914"/>
            <a:ext cx="152618" cy="1526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CCCFDC7-085D-413E-8719-F9D8839D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993" y="3510120"/>
            <a:ext cx="107375" cy="107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9DC6CCBC-7634-47CA-A85E-E4BAD91B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247" y="1372150"/>
            <a:ext cx="123623" cy="1236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88283352-9AFC-4CDE-A35D-153A25AE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398" y="1449462"/>
            <a:ext cx="145790" cy="145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2A5944F7-23AD-4280-BF8F-76D3A8F8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819" y="4697715"/>
            <a:ext cx="82432" cy="824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10D66E0-7637-48AB-8D37-C24BDA6C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468" y="1878262"/>
            <a:ext cx="78176" cy="78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5125292F-1199-4DF2-84F0-622D2171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498" y="4243671"/>
            <a:ext cx="83400" cy="8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6EC6B774-575E-429D-A71B-3FDB3DF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234" y="2207791"/>
            <a:ext cx="77447" cy="774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734F3930-C97E-41CC-8D16-9960F764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921" y="3526008"/>
            <a:ext cx="107194" cy="107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0F3CBA4-7A88-41E3-8ED0-636065E6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086" y="1955953"/>
            <a:ext cx="60190" cy="60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44DB147D-860F-402B-87A5-7B555683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636" y="1573622"/>
            <a:ext cx="107076" cy="107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F2A941F4-DA45-4CD3-991E-C0397A89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061" y="1342150"/>
            <a:ext cx="128762" cy="1287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40279A4-029E-4925-B7D0-96E15856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89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9C8FC137-1461-455D-AC05-18777478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711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5301B4B-0D9B-4ACC-878D-D8510FA1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529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20A475E-324F-4E47-AC7B-D12FECD7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348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FDB29D9-B7B8-4DF5-A22F-82A6B269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166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E110450-0F94-449D-A47E-45634FB6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94AAD16-0C7D-4AAC-941B-3D90386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804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8317105-97FA-4C96-B4F0-388E7DC4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62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3F2E753-29A7-4BF9-9AE6-9626B5B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441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81386E1-36AA-4627-9F07-E94F58AF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59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5F5859D-459D-4810-A6F9-5B150BB8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078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00F9250F-8B35-4002-87D9-1C8D2004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383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67A2572-5331-4DC6-BFC3-3B01372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833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BCF814B5-02D2-4350-BF64-730CEC85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282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A7A8112B-205A-43E5-9DCB-99650EB1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732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1908CC0B-9350-4D82-8A6E-594E9E6A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181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CAE299E4-D572-4432-BCDE-F3E3135F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631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A12FEEF2-C60E-4E1E-9E68-262AB603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080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C85B4AD9-F843-42DA-B3AE-420056EF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530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BF37A9CA-D6BB-4D68-B014-A5BC6816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979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FED1A4E-E8D6-4EFE-8089-2D727DC0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429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7186E83F-9929-48E3-84FE-6BBEEC4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78" y="1821972"/>
            <a:ext cx="39189" cy="391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6F58228D-E149-4600-910A-496CB578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874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E675176C-3334-4ACC-A183-E205A2EB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954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8C38CCA9-B978-4982-A0C1-2A426D53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035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1855C96C-DF1F-4C4A-9568-BDBCC909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115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5DFCB4A3-6693-46A3-8B64-12980FBF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96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F51EB9CF-C788-4436-8494-7A0C274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276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73D30E34-572D-424A-BA13-C78164C0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357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64EF9C8D-7B56-4885-895E-8C6635A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437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39EF9B55-6272-40EF-9728-C747C879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518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CC77A2E6-7613-48AC-88A2-78940B1E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3598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9DE3AEF8-60C1-4A39-9BCE-6A5A1765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679" y="2235789"/>
            <a:ext cx="47897" cy="4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EC8E6A00-8878-4C42-B363-371C772C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365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58580228-4B1E-403D-8B6C-72FA23E0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076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141E57FD-C651-47BB-B32A-8671A8DD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788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E48A4255-7A52-4CA6-81AE-58B718B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99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1B5A6B46-9F23-445C-AE65-D97E12A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211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2B3CE96E-0B14-492F-B7A6-474BC3FC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922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0D11D1B2-FA26-4614-BE62-E6048903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34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CFDB9385-0823-4EB2-AEF7-8F4C4041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8345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51C0CCD3-681E-4662-A71B-ACF9D319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056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5E7FBE0E-8986-4920-BD80-29BC0096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768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2C1AC3D1-3BE2-454D-8D93-6ED881F5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479" y="2732871"/>
            <a:ext cx="56606" cy="56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D7E536CF-2A4B-4BE3-AD7B-AF644B8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56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B036A03B-6A1D-46E6-9C21-D4BDE16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198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E1637715-6C3A-48B2-8064-594E79C0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541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5312CC2F-790A-4B10-AF30-F5499636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883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9FB07D7E-B2C2-4483-83EA-11E04EA0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225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0EF551D6-F1E7-4443-BD77-5C9D3327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568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87514BEA-95CF-460C-9E80-DBC01006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10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6F349D4C-BA24-4204-AC4B-1804344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253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222B9F3F-A220-4ED7-BB9D-11DA07B2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595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7E95298C-58B0-4B63-8385-E9CE419C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937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A37E2931-63C4-447D-8BC5-3A13E846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280" y="3293049"/>
            <a:ext cx="65314" cy="65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BB326417-173A-4407-953E-E0711333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347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7F49D3F1-68C0-4919-8074-753A8D51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320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2FC81128-CE3C-4F6A-8065-E6862FE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294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42FF7B47-4409-4668-A087-B56F39DC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7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2E2EAE56-A94A-40F2-9653-B74BEE2D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240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637E4B94-7583-4914-A014-6F0A186A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214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8F0B378-8B53-459C-913F-413BC9E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87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8F62EF78-2701-45A4-888C-DB2FF2A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160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DD74E56D-3D08-41B4-80D7-6ABDF8C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134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DA73E37E-74D6-4958-A73C-638CC0D2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0107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A78D3A7A-6CFF-4095-8629-CF00FF30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080" y="3905322"/>
            <a:ext cx="74023" cy="7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AC8AA1DA-10CD-4F6C-8D1A-AB497EE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838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BC8ED844-130D-4C54-B754-39BAE86A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442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5AA424D9-BA95-4DF0-8BCE-AC7D611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047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5C170063-1027-4ED5-B528-64F56CC0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651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62740740-429E-4719-9FD9-42886445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255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AD620EFE-BDF6-4334-9827-397A2D66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859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1D88B364-FEB9-4088-B07B-8523044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64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80B529A9-2AC4-4077-8DFF-9CAD6203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068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A1F7AE86-5F56-48AD-AE7E-E11BBD94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672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2181B8DC-3D7E-4510-AC75-8D3A893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276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CAD95F8B-F470-4313-B662-C5BBB523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881" y="4562564"/>
            <a:ext cx="82731" cy="82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93B221C0-9464-45AE-95F1-9C1EF9D8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32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77509595-A00B-4E81-AE78-475054AD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564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A252A32F-BC30-4EF8-980E-B6BDE46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79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7356AA5F-0E87-4218-9A8A-1C6C017A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03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9E973C11-0A40-4A33-84C7-63497B0C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270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37935A53-705A-4200-AE21-16F31F4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50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73F91A95-4C8E-4A71-AC70-0F28025B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740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188EF8F6-7F5F-4285-B535-113E81BB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7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8D4BCE52-9A28-474B-839F-E31A2783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21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9339D51B-D8F6-43EF-AF2A-32EE3D46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446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B1A799CE-661D-48E2-A7D0-3EF5302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68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D082ED02-AD6F-4092-A4D8-A333D08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145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75" b="1">
                <a:solidFill>
                  <a:srgbClr val="111111"/>
                </a:solidFill>
              </a:defRPr>
            </a:pPr>
            <a:r>
              <a:rPr sz="3975" b="1">
                <a:solidFill>
                  <a:srgbClr val="111111"/>
                </a:solidFill>
              </a:rPr>
              <a:t>Find the structure.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4DB16885-0D3F-A391-B669-3211DB3B26E8}" type="slidenum">
              <a:rPr sz="900">
                <a:solidFill>
                  <a:srgbClr val="FFFFFF"/>
                </a:solidFill>
              </a:rPr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08 — Structure becomes useful</a:t>
            </a:r>
          </a:p>
        </p:txBody>
      </p:sp>
      <p:pic>
        <p:nvPicPr>
          <p:cNvPr id="67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fdfa0514a4c6b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point field is now ordered. A second short title advances the argument without adding another typographic treatment.</a:t>
            </a:r>
          </a:p>
        </p:txBody>
      </p:sp>
      <p:sp>
        <p:nvSpPr>
          <p:cNvPr id="535" name="page-frame-8">
            <a:extLst xmlns:a="http://schemas.openxmlformats.org/drawingml/2006/main">
              <a:ext uri="{FF2B5EF4-FFF2-40B4-BE49-F238E27FC236}">
                <a16:creationId xmlns:a16="http://schemas.microsoft.com/office/drawing/2014/main" id="{E81946CE-EA1C-4AFF-8D5C-37475D2A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91C020D3-509F-4D90-A7D3-03DF685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CE893D08-9D44-459C-AA5E-7F636C48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08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DB11CAC-EE23-4D0C-8363-7F1354B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73126601-F446-4280-9C15-7354EBB2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6B598D2-BBA9-4E4F-9D67-34FE9C7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89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F06491B-8A5F-481E-A142-9B9D2A44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08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12205D4-F32A-469C-BE93-D89911EB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923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DCA200D-D0D2-45DC-82DF-DE323633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939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63DFCF7-E284-41A7-80CA-4FAE715B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954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C5BB925-D748-4D1A-8E5B-40FA217D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970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299AA41-83B1-4068-9FAA-CACF42E7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0DD9465-B2EF-4462-A7D7-8838CBFF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001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713A898-7432-4E97-A90C-ECC7CB2C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0DD1D5D-11DB-4138-ACFC-F6CD78BB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03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71FDD9B-94C6-47AE-97B6-C6E7749B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047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8636F60-7DB2-4654-95C9-C00577CA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0DCD001-B32B-477D-AE5E-53D9C246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078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314861A-EA97-415D-B57B-53E96E79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1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201319E-545B-4223-882D-E833D2D6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19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D65AA12-B99E-438A-96BD-D085AE9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67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DBC67337-80BD-4E7B-B192-139D2C8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5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D1B22DF-F3BC-47B0-85C2-03227064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63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2F655D84-F0DF-474A-94A8-16FDB6A0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11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BDB8074-87BC-4DF4-9141-E2F8C35C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59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E806C924-5293-4A22-B888-A850B3C7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07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6FB4732-0F90-49E9-A73E-0CAD387B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55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88312EA6-AE07-4D18-9564-D4046DE0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03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B75DD43C-E4D1-4AE7-93AA-E69ABE2A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51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25503A12-1997-46E6-A73B-F245CCEF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99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001EDF0-925B-477C-9DF0-010DA10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47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C6345269-8968-4FD2-AF69-0B3EC41B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545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405609F-F7B0-46A8-BDB4-A649929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89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B77DA7E5-B5AF-4167-83CC-317F3E69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34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6A2179A2-842D-477F-A5AE-C95DC254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378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365E460-4102-409F-B0B6-7279707A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323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DA4B4C9-2EF5-40BF-82B2-A776AEFE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267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9D1C4C8-EE9E-4E81-A869-055C87C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212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B42B4D8-7017-48FE-86D9-331CDB5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156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E7324CA-5C2D-48C7-9FBB-212C267E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01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0403379-78D0-4FDD-B7C6-1A60DBA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045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2100127-7424-42DB-AEB0-480C9193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990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64C49AD2-5C89-4C23-A4AE-AF1BD3EE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934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2678E15-1887-4F8B-B802-603C584A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879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90DB759-1C3E-400A-98A4-1E5E6F51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371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EAF47301-6059-42F4-A49B-6CE3047F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780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CEA556DB-98C7-4E4A-8E3A-9135A54C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189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3F5F9A7B-B69B-4974-A02A-5AB64EB5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598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B1BD6F66-96F0-4D5B-A2CD-E08B54DB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007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4149DDC-1DCF-42AE-89C4-5976D675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416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24447DCE-1049-4AED-A974-962EC3EF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25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A8CCC480-01D1-4FA3-A70B-1ABC103F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234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B28CFD8F-9CA2-499D-A98F-43FC30C6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643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36BAC12B-F613-45A9-AF86-AE0E9446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052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DCE60158-131D-4BBC-9C0B-055F3D54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461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1D7C5EC4-AA5C-44F4-8581-76E768AD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870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095E7F37-7CB1-4E6F-B3BB-CA871236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279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04B0BA64-4674-4E28-9B9B-09C79BEB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97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7DC7DBA8-69C0-4D1F-B67C-4A2ADDC2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071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8DB28F11-63EF-434E-AA46-3D4303CD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944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3A3E4264-1165-49EC-BEC1-D1865059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818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5961B384-6424-4A51-909C-12C28D07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691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B2CFAD9D-6CB6-4581-A38D-5A4B0937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565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B54EBDAB-E0B1-439B-933D-E0875D05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438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1FA7588A-DDCF-4A31-8895-2B889698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312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D66E6A14-4608-454A-B722-132CA752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185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59E6ED67-08BF-4793-8D9A-67AC498A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59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6DFC5FCA-6DA3-4BF3-9EAC-86FE3A1A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932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BF4801D7-AE92-4D6D-8713-E5383CB9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9806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CEFB3F95-19BC-4E25-BC22-83DB80E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7679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48C1D5D8-1E79-429A-B4BE-83316D2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024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1782E19B-DFBD-4ACF-8453-C08AA17E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36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58404C4C-D84C-4F97-B728-305A23F1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700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8DCBE786-68D2-457F-BA3C-3970C215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038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17644688-CA08-4967-9B0A-03AE1BBA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376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8010FBB6-D020-452B-8B90-995820F4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714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35F9C1F0-3C23-435B-B761-264D45FD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05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0281B7E1-B0D1-4D93-BF36-B0F19FAC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90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3561C268-D874-47BC-99CD-429B512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28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FA6783EA-A000-42C6-8C1D-9291E049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066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EC76D038-0DEA-41DA-AC0F-AC3DE6B3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404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6FB3D7FA-8B7B-4B0E-B631-9B9BF9EC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74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70E2EDC7-50E8-4641-A649-962F8083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080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0196A3D4-4C69-4BFD-A751-9DF3898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DA9BC10A-7A21-4C3E-B400-1D38FA62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653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1A71A020-BFEC-437E-B5E7-9D5250B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455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E1958B8E-7237-489A-A686-67A7139F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258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14175062-84AA-4FCA-B84F-B500FB13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06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D24A30E5-34AF-4E55-B83D-5CC33224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63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68046E07-0E38-4CEB-8323-7431F4C3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665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EEF86220-C6E4-4911-B99E-2CE1D468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468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8B36A7E2-5BF8-4A1E-98D0-DC5C7BC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27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6ADFC805-1053-4753-BE88-970676BD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073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BD5DA5C6-8D0F-4F62-A725-598DE82C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875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5DFB99D3-45B5-4EA4-9AEA-4DDEB4B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678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F4522597-783F-49CB-8451-2B29E3BD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48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B2C173D5-B785-49ED-B25F-E6F1C10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676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97FF8BB9-18D3-481A-A4F5-98537B94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943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CAE6A40C-1E8A-4A55-9D3C-691BABB0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10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79376A4F-6F90-464E-A9F2-364C62F7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477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BA2A2146-65FE-40FC-A9F4-2AEA0F80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744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C170FD1F-CB83-4F6D-B2B1-3659E746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11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807DAC54-3F58-40FF-BAFC-A284008D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278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6726370C-2967-42D3-A0FF-97CCC64F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5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13640CED-9180-4150-8138-9605439F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812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2EF5125A-64E8-4874-92C4-345BCD6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079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545DFB4A-875C-46A0-BD39-BB6F165D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346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F60CC612-CD29-4D34-A1A5-6FDE1F0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613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F988F8EE-5D5B-4930-851D-9750E69F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880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CA05D254-E95E-4EA8-9D59-6478D667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503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C914CB8A-1682-4B3B-887D-08304FF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234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3FB96B51-FEA7-42AE-86A5-7F0F12A8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966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25039259-95C6-4A24-A39A-3D033A0B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697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65144E89-0B46-47A3-A1F7-CB1F84A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429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093A3915-73BF-4468-9DD7-365EE58C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160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7BAA13C6-61AA-456D-9013-1B469B0F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892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4870305A-1D84-4060-AEAA-F13159D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623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FA59AB47-135C-4B14-AB73-A1CDF46F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355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5994CF4D-C2D9-4A5C-AB55-C85A604D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086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4F050AB6-EA10-41EF-BAAD-069767AA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818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855E847F-1EBE-4C11-8EF5-F2A9E1FC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549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A1B1F300-23D5-41AF-B9C1-63A28251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281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A9A5E945-7835-476E-99A1-1E1254C9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32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7FBDE416-657E-4A93-A844-C15AD80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69E66C0C-99AF-4D43-A6DB-0EEB3EEC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2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EAA51A18-6C2B-45E6-9E10-3F4B3B72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917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003E11F7-50CE-4DEE-9A4F-BFB8244A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113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5FA34DB9-B74C-4B61-B851-24E37CBE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30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5AE8D385-1E45-48AA-8CCF-CB8737BD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50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D9AFF41F-DE33-4862-A8D1-5C04FAE7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70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1AF5B7C-8687-4FEC-9665-19734FC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897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0BF94941-544B-4C0D-8EE6-6D7E41D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093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55501D13-6657-4E68-A5C7-79CF0D3E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28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0A13DD8F-50A2-416D-8BB9-89F5C36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48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4B92D3AD-364E-49FE-AECB-4B1395BE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68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mockup-text">
            <a:extLst xmlns:a="http://schemas.openxmlformats.org/drawingml/2006/main">
              <a:ext uri="{FF2B5EF4-FFF2-40B4-BE49-F238E27FC236}">
                <a16:creationId xmlns:a16="http://schemas.microsoft.com/office/drawing/2014/main" id="{D8876F4A-E365-42A9-8727-AA6BAF34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3526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11111"/>
                </a:solidFill>
              </a:defRPr>
            </a:pPr>
            <a:r>
              <a:rPr sz="4125" b="1">
                <a:solidFill>
                  <a:srgbClr val="111111"/>
                </a:solidFill>
              </a:rPr>
              <a:t>Make it usable.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2DD23107-4986-8758-3A93-3D74F35908CC}" type="slidenum">
              <a:rPr sz="900">
                <a:solidFill>
                  <a:srgbClr val="FFFFFF"/>
                </a:solidFill>
              </a:rPr>
              <a:t>13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09 — Practice and proof</a:t>
            </a:r>
          </a:p>
        </p:txBody>
      </p:sp>
      <p:pic>
        <p:nvPicPr>
          <p:cNvPr id="55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51e14d9de45ac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Prose + references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disciplines are stated plainly. Client names use one consistent blue because they behave as references; no other words are coloured.</a:t>
            </a:r>
          </a:p>
        </p:txBody>
      </p:sp>
      <p:sp>
        <p:nvSpPr>
          <p:cNvPr id="535" name="page-frame-9">
            <a:extLst xmlns:a="http://schemas.openxmlformats.org/drawingml/2006/main">
              <a:ext uri="{FF2B5EF4-FFF2-40B4-BE49-F238E27FC236}">
                <a16:creationId xmlns:a16="http://schemas.microsoft.com/office/drawing/2014/main" id="{EEC58890-9EA8-4E1D-83C2-910905EC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C1FA1BF9-10B4-4977-A630-2B5CF8CD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39A208D5-855C-4402-AE5A-0951777D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09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FF1942A-5858-4BD3-8A7F-E2266695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F157A785-D7CB-44AE-A15C-1AFC984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Continue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CBC8137-203A-4916-B36B-D80BB027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949" y="1734597"/>
            <a:ext cx="75424" cy="754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D542012-3699-448C-8BE2-4045B6B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3" y="2387497"/>
            <a:ext cx="92431" cy="92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8F8331F-BCCC-4B52-A091-84D3842D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6660" y="1426868"/>
            <a:ext cx="88206" cy="88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1DF8846-4D1F-41E5-B041-2D9803FA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560" y="5037732"/>
            <a:ext cx="48829" cy="488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602648C-7B58-4483-8C19-2F015B25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092" y="1327062"/>
            <a:ext cx="56768" cy="56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301A983-1380-44B1-B5E3-72F1F972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015" y="4045941"/>
            <a:ext cx="54705" cy="54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2AE1FF6-3E1D-4D3A-A0D6-EAC4D612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204" y="2297646"/>
            <a:ext cx="93657" cy="936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04144E4-7D59-4A33-80D4-18342878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070" y="1339439"/>
            <a:ext cx="67920" cy="67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AC88393-6DC9-408D-86D5-C70BB735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696" y="1344427"/>
            <a:ext cx="53048" cy="53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2D67070A-8EB9-4B2B-B696-DBB54C46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799" y="1541604"/>
            <a:ext cx="35324" cy="35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8C01974-9A30-436D-BB44-9342890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896" y="2894023"/>
            <a:ext cx="70070" cy="70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2449DDC-8863-4751-BBC5-F1D9536D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113" y="4363210"/>
            <a:ext cx="78369" cy="783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278D42D-3BB8-4B93-BB7A-92D4C504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00175"/>
            <a:ext cx="361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Today I work across product design, experience design, art direction, motion, 3D and creative engineering.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D3638537-01CC-43DA-9953-8305A022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90925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4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C9E20C2-7443-4127-9E75-79AF00A8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00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Selected work</a:t>
            </a:r>
          </a:p>
        </p:txBody>
      </p:sp>
      <p:sp>
        <p:nvSpPr>
          <p:cNvPr id="555" name="mockup-text">
            <a:extLst xmlns:a="http://schemas.openxmlformats.org/drawingml/2006/main">
              <a:ext uri="{FF2B5EF4-FFF2-40B4-BE49-F238E27FC236}">
                <a16:creationId xmlns:a16="http://schemas.microsoft.com/office/drawing/2014/main" id="{C1E8AD6F-DDB0-419E-A176-B1EF01D8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68C7"/>
                </a:solidFill>
              </a:defRPr>
            </a:pPr>
            <a:r>
              <a:rPr sz="1350" b="0">
                <a:solidFill>
                  <a:srgbClr val="0968C7"/>
                </a:solidFill>
              </a:rPr>
              <a:t>American Heart Association ↗</a:t>
            </a:r>
          </a:p>
          <a:p xmlns:a="http://schemas.openxmlformats.org/drawingml/2006/main">
            <a:pPr algn="l">
              <a:defRPr sz="1350" b="0">
                <a:solidFill>
                  <a:srgbClr val="0968C7"/>
                </a:solidFill>
              </a:defRPr>
            </a:pPr>
            <a:r>
              <a:rPr sz="1350" b="0">
                <a:solidFill>
                  <a:srgbClr val="0968C7"/>
                </a:solidFill>
              </a:rPr>
              <a:t>S&amp;P Global ↗</a:t>
            </a:r>
          </a:p>
          <a:p xmlns:a="http://schemas.openxmlformats.org/drawingml/2006/main">
            <a:pPr algn="l">
              <a:defRPr sz="1350" b="0">
                <a:solidFill>
                  <a:srgbClr val="0968C7"/>
                </a:solidFill>
              </a:defRPr>
            </a:pPr>
            <a:r>
              <a:rPr sz="1350" b="0">
                <a:solidFill>
                  <a:srgbClr val="0968C7"/>
                </a:solidFill>
              </a:rPr>
              <a:t>Bentley ↗</a:t>
            </a:r>
          </a:p>
          <a:p xmlns:a="http://schemas.openxmlformats.org/drawingml/2006/main">
            <a:pPr algn="l">
              <a:defRPr sz="1350" b="0">
                <a:solidFill>
                  <a:srgbClr val="0968C7"/>
                </a:solidFill>
              </a:defRPr>
            </a:pPr>
            <a:r>
              <a:rPr sz="1350" b="0">
                <a:solidFill>
                  <a:srgbClr val="0968C7"/>
                </a:solidFill>
              </a:rPr>
              <a:t>Yoti ↗</a:t>
            </a:r>
          </a:p>
          <a:p xmlns:a="http://schemas.openxmlformats.org/drawingml/2006/main">
            <a:pPr algn="l">
              <a:defRPr sz="1350" b="0">
                <a:solidFill>
                  <a:srgbClr val="0968C7"/>
                </a:solidFill>
              </a:defRPr>
            </a:pPr>
            <a:r>
              <a:rPr sz="1350" b="0">
                <a:solidFill>
                  <a:srgbClr val="0968C7"/>
                </a:solidFill>
              </a:rPr>
              <a:t>SunExpress ↗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327921A4-25C4-3DB4-06B1-32693CEE2241}" type="slidenum">
              <a:rPr sz="900">
                <a:solidFill>
                  <a:srgbClr val="FFFFFF"/>
                </a:solidFill>
              </a:rPr>
              <a:t>14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10 — Character returns</a:t>
            </a:r>
          </a:p>
        </p:txBody>
      </p:sp>
      <p:pic>
        <p:nvPicPr>
          <p:cNvPr id="67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e93c543524839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grid remains visible, but its behaviour changes. The phrase travels through the same centre plane as the opening titles.</a:t>
            </a:r>
          </a:p>
        </p:txBody>
      </p:sp>
      <p:sp>
        <p:nvSpPr>
          <p:cNvPr id="535" name="page-frame-10">
            <a:extLst xmlns:a="http://schemas.openxmlformats.org/drawingml/2006/main">
              <a:ext uri="{FF2B5EF4-FFF2-40B4-BE49-F238E27FC236}">
                <a16:creationId xmlns:a16="http://schemas.microsoft.com/office/drawing/2014/main" id="{91A9AE8F-3DB1-4068-8AEE-2174541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8DEA4949-86BA-404D-B583-5CA275F5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525E8EB4-A261-44D4-871E-F8C4873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61AD6E7-AB2A-4941-BB00-497E55B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875D5586-D1A0-40E6-A234-0EA9F83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0A5846D-4881-415C-9C8D-6074C73D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89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4B1C808-4CBA-4B47-BD4D-BFFF9773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08" y="1572988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CD02786-9DFA-4150-A662-B3336597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923" y="158341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2D3AF43-FBC4-43BE-81CD-F65C62FE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939" y="1583773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A3C2537E-C289-414A-8587-B164E6CC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954" y="157394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3A3BC2E-D9DE-4CD5-9204-3676EB8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970" y="1557573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D5D719B-5EC8-422C-8439-C4249573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1540763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E8899DD-9E15-4611-8C29-F37174B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001" y="1529769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182C97E-9462-47F4-98F9-D3D5A854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528682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97A3555-53C3-41C3-AD44-E4DD69CB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032" y="1537907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0819603-F8AD-4F25-AE16-3CD50E8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047" y="155401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298F561-0633-4693-925B-83144279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1570998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4927072-3A06-41ED-A8B4-266CCB6A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078" y="1582546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F56A9BC-3137-4366-B325-D280C76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18" y="1766449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C7A36D0A-F179-44C9-91DC-D6B320B1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198" y="1787979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00A5443-C14F-484C-A40D-EDB53A41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678" y="1793612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3174724E-E9F2-47B9-B825-DA05769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58" y="1781251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641F49E-5645-4C54-B0E2-1F6C9361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638" y="1755498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04F76223-9561-429E-98AA-D20D23C3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118" y="1725939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6B59F56-3F28-4E35-BD98-160BFEAA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598" y="1703578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554017C3-7191-4E43-84D6-2C60302A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078" y="1696737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4A6DED9-640F-4AF6-9B3D-09C191C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558" y="170796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93B3F6C1-8EC1-46FB-BD68-33A4CD84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038" y="1733079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93EE6585-E03A-4508-9831-4076C276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518" y="176273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E85D9D5-7172-4657-856C-AFCE94D6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998" y="1785889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7AC00C13-BA07-4BD2-9A4A-EFEEDBB6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478" y="1793925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EDD5718F-A1DE-439C-8E0B-0B555A64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545" y="2093631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0CA58D93-5C76-4279-9C35-57935702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89" y="2108448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C2055A9-322A-469F-9D11-CDD60530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34" y="2097690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B2A901B-C646-4AF9-A64D-03148A82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378" y="2065363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777CAEC2-89D5-4BB2-AA82-5DFE72C9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323" y="2023499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D13715F-5A57-47FD-9274-A10135C3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267" y="1987683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22C9987-5205-4BD6-8625-EA29062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212" y="1971247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DD58B1C-0B16-44FC-84A5-8E45F15C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156" y="1980308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091CEFD-8368-4E0F-BA2D-CEE0FEFF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01" y="2011494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13B2840-E9BC-4660-A50F-604A4B9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045" y="2053197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D616BB7-82F8-4287-87BD-6F522F32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990" y="2089892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F34D38EB-33D1-4D03-8CAF-662824B9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934" y="2107920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255AB04B-B92B-42D1-A742-6A1CC9EC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879" y="2100570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B5863D2-7B1D-48C8-9641-7A884D4B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371" y="2480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D4DCC461-C79D-4530-A7F8-C324FDAD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780" y="247543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3C7F4060-B277-4D01-82C7-568845BA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189" y="244011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BC54B0D1-C8BE-4C6F-B390-DD0B9E38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598" y="238744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81E9105E-CD8F-455B-9505-9AD9F40B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007" y="233704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F61A020-69A3-47DD-8312-B6AEAA9A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416" y="23076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54B42D96-E4EE-42A9-A465-B553A62A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25" y="231024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BC0EAB5E-1406-43C4-BB80-8ABF130F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234" y="234383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78CF7FF7-BDD2-44BD-8FFD-273484D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643" y="239590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CE343FED-176B-400C-AFE1-9F29E800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052" y="244710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6DE3E467-D873-4903-8BCE-8C95F3D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461" y="247834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412CAC5B-D983-42EC-8450-EE9DF2E7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870" y="247802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5985150B-D82F-4C1E-835C-5993DF3E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279" y="24462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C1547F41-AE81-4883-8DBC-96BB7DC2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97" y="2898405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9F811C73-B38D-4B52-B910-F2C94B3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071" y="2864256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B91F7700-901F-4365-9EA9-C7F88AC8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944" y="2803303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5DCFF1B0-0DBC-4339-9B19-DB4337D0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818" y="2738234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C9A32632-F7C9-4AFB-B52D-37A6917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691" y="2693271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77C1DEFC-2263-45DB-A640-5DCF90EE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565" y="2685152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81EC3BC9-BA21-4088-8CCA-332FAB0D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438" y="2716898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DE25AB66-89E9-4606-933C-60F4E8DB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312" y="2776692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E1B2BC05-ADFE-4BA2-AE99-619D3E13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185" y="284227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77CE14CC-67DB-4D38-8929-F6040D17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59" y="2889238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536003C6-E5BD-482A-A7C7-179623D8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932" y="2900096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EEDB37ED-6551-48F3-98F4-D1AACFB3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9806" y="287080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3B54B207-C4DF-4FEE-9900-319C320A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7679" y="2812275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D34D0A24-97EB-48EB-BE3A-B0B81F55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024" y="3328539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E210F6A4-51EB-4D4E-8E9F-54DC04E2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362" y="3262714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DF5ABDD9-DE58-4F13-8667-0BD335EA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700" y="318399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1DEE45E3-E839-4AA2-B366-38B84D7F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038" y="312168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9BCCE9CF-CFCF-44DB-A7EE-DF45E50E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376" y="3098980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95F3E805-CA52-42BF-BFA6-6F6C82B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714" y="3124329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5C21ABF3-6103-4672-B143-03A299D7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052" y="3188297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FC4B3173-CB3B-4A89-99A8-A7BEC396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90" y="3267073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4873B46B-6956-4F6B-BC90-0935B16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28" y="3331333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94971EC9-66F1-48EF-A53E-80307FA9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066" y="335715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45F7F332-C6D8-4AF5-B5B3-17CFF4BB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404" y="3334931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FECE5807-EFF8-4C2F-AB0F-C671E79F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742" y="3272929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D4555B34-BE59-43E6-A92D-9C107054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080" y="3194232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036F64CF-81B2-4923-8D61-E5F2BF2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3759712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A232AEE1-B824-4B6A-9766-1D636443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653" y="3669454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BB191153-BE66-4EC5-84E2-E1D4DF9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455" y="3589054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4CF5E13F-48F4-4098-B952-FA7BDBBC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258" y="3548441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92D910E6-DE16-4ED1-9C38-2E4A677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060" y="3562731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90BCE5CF-6B97-4725-899B-31B52802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63" y="362660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0A419661-F88D-4681-94D0-A81A4926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665" y="3716289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B6EF3ADF-3AD8-4F16-80F9-7EA23F3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468" y="3798395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951E4BCE-1C19-4DAD-9056-5CA9513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270" y="3842362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52ADC621-5884-4A92-9547-E34200C0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073" y="3831823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82BBDE3D-BD6C-4DD5-A0B2-C1E42B4B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875" y="3770701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6323A644-E45C-42E3-AA68-0D1277EE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678" y="3681748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1757A64F-C517-4266-A923-A4FC8A8E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480" y="3598077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BC2E975A-4FAD-4981-B146-63AB9A5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676" y="4190792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8B818EA3-95FD-46C3-B0BF-9F69B91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943" y="4092671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E0CE5FC5-4EF3-439D-A809-4C7A35E0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10" y="4031606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3FC7F3D7-7CF0-421A-B1E1-5A9C50CB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477" y="4030326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9BEFF71A-11B0-49FC-9375-F3A2669B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744" y="4089308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16330580-8489-4BA4-98B0-B32238D7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11" y="4186597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5C83FE4C-3749-42DF-A2E8-965E96BA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278" y="4285977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FC25E2D3-5414-4679-A75B-59E0A2A0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5" y="435045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19B32995-4D5A-4D1F-9849-A97BBFB6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812" y="4356029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17B81C5C-44EB-42C9-A2E2-2C545987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079" y="430062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63264787-12C1-4AC2-91BD-CE041AB0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346" y="4204866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70725D56-B017-477A-905D-952DA053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613" y="4104398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4AF1299A-3BDB-49AF-8EB3-C9940E97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880" y="4036619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D2FEF2AB-ABEA-41A0-BA44-CB825B1D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503" y="4630355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BB87B18C-8C42-4247-8025-9C8A4E7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234" y="4547250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64A90C68-3AE5-425B-AA30-FFA7E0E9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966" y="4526286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68419936-9041-41CA-B863-86AF894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697" y="4575266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2677CD74-4C10-4113-BBE3-8D38EC3D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429" y="4675959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4474D749-0F43-4994-8671-80B62A55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160" y="4790882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72F6919F-E94D-417E-BD30-5C6E305A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892" y="4877256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B3F0EBA5-08F5-4D7E-8CA3-49DEE1F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623" y="4902928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5ECEFADF-65DF-40FC-BF73-BBC96B6B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355" y="4858343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2536CB66-C47D-48C8-A445-5AD726BF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086" y="4760096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729412C5-FEF8-452D-B326-9F066070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818" y="4644760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FAC226E7-A70C-45BF-9E56-022DBB01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549" y="4555268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4276B656-D36D-4645-B7E5-46A34E4A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281" y="4524932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FDAD3444-6DCF-45F7-952D-050411EE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329" y="509447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73F5ACCA-35D5-4D62-8EE0-43437B8C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50343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AE6F77E0-C826-4E50-8C3D-DDA8587D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21" y="50841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453AC87E-49D2-4B61-9C49-117EE665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917" y="5183307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43C8B19F-9C84-4864-AAEF-E3347B01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113" y="531090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C41B015-0D28-4504-A6FE-D87EE90D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309" y="541943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AE56750D-382C-4CCA-A41B-CA4380BE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505" y="546851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E872A1DD-94C5-4732-8444-270F6DA6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701" y="543986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61DFF79B-CE58-4DB2-AA0E-1E5FCC32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897" y="5344151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273EF446-4208-40F2-8C44-D170BC84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093" y="521700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5CB60280-D8C5-41D6-A4E7-11BB808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289" y="510574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B2E621FF-0477-46C8-9D99-F908B927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485" y="50518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718914C9-8071-47B6-9D27-7CBAC2B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681" y="507525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mockup-text">
            <a:extLst xmlns:a="http://schemas.openxmlformats.org/drawingml/2006/main">
              <a:ext uri="{FF2B5EF4-FFF2-40B4-BE49-F238E27FC236}">
                <a16:creationId xmlns:a16="http://schemas.microsoft.com/office/drawing/2014/main" id="{9CF0B0D7-48C2-4DA0-8947-1F7B6295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295525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111111"/>
                </a:solidFill>
              </a:defRPr>
            </a:pPr>
            <a:r>
              <a:rPr sz="3675" b="1">
                <a:solidFill>
                  <a:srgbClr val="111111"/>
                </a:solidFill>
              </a:rPr>
              <a:t>Then give it character.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EA83FA91-883A-0168-8075-96CEB9DCA3C2}" type="slidenum">
              <a:rPr sz="900">
                <a:solidFill>
                  <a:srgbClr val="FFFFFF"/>
                </a:solidFill>
              </a:rPr>
              <a:t>15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11 — The deliberate pause</a:t>
            </a:r>
          </a:p>
        </p:txBody>
      </p:sp>
      <p:pic>
        <p:nvPicPr>
          <p:cNvPr id="67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fadc0ae3749d0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background becomes perfectly still. The absence of motion makes the conceptual turn legible without visual theatrics in the text.</a:t>
            </a:r>
          </a:p>
        </p:txBody>
      </p:sp>
      <p:sp>
        <p:nvSpPr>
          <p:cNvPr id="535" name="page-frame-11">
            <a:extLst xmlns:a="http://schemas.openxmlformats.org/drawingml/2006/main">
              <a:ext uri="{FF2B5EF4-FFF2-40B4-BE49-F238E27FC236}">
                <a16:creationId xmlns:a16="http://schemas.microsoft.com/office/drawing/2014/main" id="{33034983-3E1E-44D1-BBE5-5841F292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BC9C5EF-EEEA-40CE-A437-FA508D83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E246849A-2348-4FC5-A282-C66D93B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11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C4CAB96-84A7-4CB4-A08D-5EC77214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20275953-76DC-4ABE-BE24-93ED20DD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8F833BF-59F9-49FC-AA30-2BF25745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89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8A82CCB-6951-4F7A-A81E-50B518FB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08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221D59D-1321-480E-98FA-C75DC294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923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08F002B-E863-4018-A057-3C74E0E5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939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8A89A81-859A-43A7-AE18-B2CCE7A7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954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B35DA79-0807-4CEF-B94C-F66AC633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970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873809D-EE9F-479D-8AAB-37E5A65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B14253A-C2C1-41F4-BC83-BC4583BA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001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79597FA-3FD1-4B36-B966-42FCDD4C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5DA9EF1-C933-4083-A5C1-B4C70EEB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03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293A626-6266-4175-B189-24442F8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047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EF9086CF-8513-4BF4-8A19-892EFC0E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9E92AD7-0908-4FBB-BC52-37996419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078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1EB0E5E-BB8A-40E6-94B2-9BC5064A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1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6D96129-8520-47B6-AE9F-C1758A24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19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55F4AC2-3495-4183-BA68-7AEA1292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67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138E4793-2C08-4556-B75F-F88D94E1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5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81B32030-1B80-4183-A239-6FF3DB8E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63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CEF9EFC-D561-426D-BA9B-715D9318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11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654BC5C-FCD6-430D-B06C-A106422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59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6940168B-0D6B-48B0-977D-0B99B68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07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C6ED1D8-7094-43B8-B1B9-A139DDCA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55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CC8AD32-FB61-4817-B7EA-6280A796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03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ACBBECEE-7B48-469B-8235-28A69AEC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51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C187CBEB-A57A-4027-BC85-EC606CA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99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3325C539-4B24-4204-8F79-7F2B927D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47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FDB744DF-E4BB-4A16-B965-75E33D74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545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277D6AA-19A6-48FD-94DD-D3B7DEE7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89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571E38A-602A-441A-94B4-42EB11EB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34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4C41496-BD04-46DF-B2A2-1926D90D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378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A5522FE-C4A6-4E97-B9FE-44E9E75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323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DB3F19D-24D5-4517-BBAB-15CFAAB0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267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F3F2044-2E7A-4616-9D8A-5D5ADDAF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212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1479475-5A02-42C0-B1C5-032CBE44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156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4DC434C-4404-4128-8584-6535ED8E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01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26B392E-1327-4355-A8F2-0321FB95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045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68BE544-8130-45F3-9F11-C854D5DD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990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18B438D-3D2F-44EE-816D-2073FF6B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934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1B209DE-4F59-4287-8498-E59D0D86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879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1BF5E3CA-156B-4818-844D-41C41FAC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371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5C5AB959-D4AF-44E0-84B5-6A7F407D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780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2F9741E0-781A-4756-A438-46DAC83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189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87069049-6CA0-4B30-A660-549D0E15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598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EE5B3C38-7A3E-4654-989D-09AE054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007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46FC1C4-84D6-428C-A247-226544B9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416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43815998-C8B6-4BBA-86D9-197ED1B5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25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3610F617-931A-47F9-B0D3-D7D77D1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234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5B86FCC-2762-4B9E-9111-29CF3B91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643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AB30180-2C73-4A34-AB6A-21440612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052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9A4125D6-8AC6-4AF8-B6DE-08A05473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461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C6FF1135-081E-4B4C-87CF-969804A8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870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F17CDA08-11C1-4C80-8C90-AD66B5FB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279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F9E93BCC-6016-408C-BCE4-63E14770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97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3894EF3A-23B4-4D1C-9612-41512FD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071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BCA089E5-A2F1-43AD-A16B-2400975B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944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5128B240-CD16-4AC7-BAE7-B70A91CB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818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97810320-F54C-4FC5-8B54-FE1001F6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691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B52148E2-0C9E-49A4-B269-78161919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565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B8697FFD-34B4-4416-9B98-BB7EECA5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438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04EF982F-65EC-4647-A453-4EC93D15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312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A2439A64-30A0-4E86-AC05-8DA1668A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185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173BA743-65F1-4460-8BF2-82E47EC1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59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D5349885-CD0C-47FA-99F9-A40CF79F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932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FB1FCD58-20DA-45A2-AE4A-0F116092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9806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1A238A25-0A13-4676-92DC-463E9B45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7679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4B8999D0-F3E2-418C-A16B-CDBD9249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024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4BE65455-1EE5-498B-A12F-FCAB752C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36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53EC1621-D23F-4BE4-95C6-998DC087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700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4171F264-196C-4791-B868-3D677AC1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038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42E2EA29-A5F2-4ED3-8C46-5C7DD87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376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FAFE81D7-9D9B-4A56-883D-1FFA1344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714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1FEBE941-BC28-4C5C-8ABE-9EFAF7FF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05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941D83E4-BA20-4A21-AEFA-67368770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90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83591F69-DE07-41E0-A34B-B8905E68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28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364900ED-D16E-4420-A420-04EB9969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066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81613FD6-0423-4908-A62C-6E56C3EC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404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DCB13150-55C0-43C4-AB29-E374C3EC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74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C6B5D79A-5149-4208-A958-3C6981AF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080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D77CC6EC-040D-471A-A540-90D1CAF7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901FE5F1-CE26-4DAF-97DA-2DE42207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653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F6DD1815-5CF3-4686-93D9-9C62F40A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455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A3DBB9D3-1825-49B8-96F5-0EB61BF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258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C8D0C6E6-9653-4BE7-B1ED-461100AF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06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F778575B-F2A0-4F4E-827D-40DCC7A6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63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D7160DA1-9A80-4BC5-9740-AF897CA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665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C7B87A5B-DC21-4B31-95D3-9A1AF8CA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468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61360BCD-4CEF-4FD8-B540-0A43177A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27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E3E3CA6E-5323-462B-A9BB-DA5F54C9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073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4642F6AC-055F-4E3F-9C20-42B431B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875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D0820227-EA99-4A7D-AAC6-AC538EB9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678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E4E801A3-D18E-427F-8AB7-6CEE7717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48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98392EBC-95B2-4C18-9BFE-6DFBC1FD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676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D1EC5B4A-DF6E-4E84-8F0D-33F24CFD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943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F289B71E-D24F-4EE5-8238-DCDB0BC8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10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EC2D7300-25AF-4B8C-B538-159B03EA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477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6AED5383-E51A-445F-ADE4-F4F3B0E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744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0C0EB294-D8DA-4E13-8B25-E76DF629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11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2A8E6C8C-CDFC-4524-A1C1-7C2AD8C3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278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CA2676FB-6884-4899-ABA9-321F597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5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12D4DC87-808A-4B7B-9369-2D21B519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812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3E2E79D0-6D6A-45C7-9A6B-C9A0D93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079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5A8CB6C6-FAB8-4EBE-B26C-744E202C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346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47B3C3A3-B30A-4F03-9CDE-5896C657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613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159320A5-CE43-4674-AEC2-B84082A2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880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E70579ED-E5D5-4CB9-96AF-603C648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503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5A8E1FA7-CAF6-489D-B146-AD8F5FC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234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506C8053-63BD-4C20-B392-8B965DA8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966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8C31F248-C13D-4254-9DBD-E621419F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697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4D4B6C49-A4CE-4D68-9825-0133AB98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429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5F29C51B-926A-41F4-BE53-7EE5F778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160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A2A3848E-A4F1-4E93-8E9E-6099DA2A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892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52DCC8F3-59B2-4ED4-92DA-9D3928A4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623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4F93E63E-0AB8-436F-9E96-2FC91ED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355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34FBBF4A-2BE5-452E-A56D-1A91CE7E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086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A6AF8115-29DE-4F12-8EF2-782B2387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818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4D202545-4EAF-48C8-9359-7A3E0A6D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549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AC99A2E4-20CC-4734-AB0B-9FB868C7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281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F58F9120-0522-4742-B2CB-2D060CCC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32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7FE88859-3622-4725-B7AB-3FE8101C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1A829D0F-D5DE-436E-B853-58D8D5F1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2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4DFFDC1B-0BB4-48B1-88A3-EF533032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917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33B38B9C-D635-4A6B-8B75-96CF7434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113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51BFE02-7350-4318-8A34-779DA4D9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30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B7A677E1-E17D-4738-8419-8448073A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50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3FF7208D-52D1-47BF-A36A-A4820CB7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70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55E0E063-E4D5-439D-9CB2-10829F6F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897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EEFEB870-3880-48D4-8141-5BC351C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093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8D4825D1-BC79-4D45-BE0A-FDAB3C87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28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0507C3B-F69C-4399-9912-C827014C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48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FAEF215D-7F3B-4060-A04C-006D3FBE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68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mockup-text">
            <a:extLst xmlns:a="http://schemas.openxmlformats.org/drawingml/2006/main">
              <a:ext uri="{FF2B5EF4-FFF2-40B4-BE49-F238E27FC236}">
                <a16:creationId xmlns:a16="http://schemas.microsoft.com/office/drawing/2014/main" id="{62FF3D5D-B211-4ACB-A844-672D9881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43125"/>
            <a:ext cx="4533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A perfect grid can still feel lifeless.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DC9C7607-4BA3-B4DC-A00F-2E67A9FCFF7E}" type="slidenum">
              <a:rPr sz="900">
                <a:solidFill>
                  <a:srgbClr val="FFFFFF"/>
                </a:solidFill>
              </a:rPr>
              <a:t>16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12 — Explain the method</a:t>
            </a:r>
          </a:p>
        </p:txBody>
      </p:sp>
      <p:pic>
        <p:nvPicPr>
          <p:cNvPr id="55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7a6dadcc14870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Prose + outline list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method is readable as a paragraph, while four short proof points sit in one quiet outlined stack beside it.</a:t>
            </a:r>
          </a:p>
        </p:txBody>
      </p:sp>
      <p:sp>
        <p:nvSpPr>
          <p:cNvPr id="535" name="page-frame-12">
            <a:extLst xmlns:a="http://schemas.openxmlformats.org/drawingml/2006/main">
              <a:ext uri="{FF2B5EF4-FFF2-40B4-BE49-F238E27FC236}">
                <a16:creationId xmlns:a16="http://schemas.microsoft.com/office/drawing/2014/main" id="{A206CC59-98DD-4CF9-A1E5-26FC8B6F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4538DADA-12E1-4F6C-BF71-8658C8D2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B53CCA80-AB8E-45F4-8C90-4791EF9E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A964194-C56B-4B32-B047-2A00F56B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FD1AE78A-B292-4016-A136-33D5B09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Continue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7EFD35A-261F-4CE1-940C-CE220F3B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845" y="2845395"/>
            <a:ext cx="82828" cy="828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0242DF2-08F7-41EE-841C-D297B41D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479" y="3603803"/>
            <a:ext cx="60837" cy="608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99F975B-7217-4DC7-84C3-F828AAB9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580" y="2852708"/>
            <a:ext cx="61158" cy="611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66912B8-A456-41DE-B415-DB8C3E4C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186" y="4607077"/>
            <a:ext cx="29516" cy="29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DDC2F65-8111-44D2-891B-59061B11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199" y="3435075"/>
            <a:ext cx="59670" cy="596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653DA1E-E911-4AFA-9AB9-962D80CE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832" y="4128353"/>
            <a:ext cx="63557" cy="63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439EE5D-03E2-4EC0-B283-B5046AC9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498" y="1706048"/>
            <a:ext cx="46032" cy="4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2B5AF81-E4D0-46CD-92EC-748108F4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205" y="5059152"/>
            <a:ext cx="44343" cy="4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mockup-text">
            <a:extLst xmlns:a="http://schemas.openxmlformats.org/drawingml/2006/main">
              <a:ext uri="{FF2B5EF4-FFF2-40B4-BE49-F238E27FC236}">
                <a16:creationId xmlns:a16="http://schemas.microsoft.com/office/drawing/2014/main" id="{E3C28951-171C-4A01-8539-0411280E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00175"/>
            <a:ext cx="304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Prototypes let me test what brings it back: how an interaction responds, how motion guides attention, how a system holds together, and how a brand feels when someone actually uses it.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5B4E7D3-61B8-4B0A-B5D2-2BD28EAA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48025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0" name="mockup-text">
            <a:extLst xmlns:a="http://schemas.openxmlformats.org/drawingml/2006/main">
              <a:ext uri="{FF2B5EF4-FFF2-40B4-BE49-F238E27FC236}">
                <a16:creationId xmlns:a16="http://schemas.microsoft.com/office/drawing/2014/main" id="{9A5A67CB-87F2-432F-8E99-3F41BE24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43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Response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3F684CD-A669-4660-A8F4-20C18AA3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05225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2" name="mockup-text">
            <a:extLst xmlns:a="http://schemas.openxmlformats.org/drawingml/2006/main">
              <a:ext uri="{FF2B5EF4-FFF2-40B4-BE49-F238E27FC236}">
                <a16:creationId xmlns:a16="http://schemas.microsoft.com/office/drawing/2014/main" id="{5BC3D4AE-AAD5-4C9E-846D-1A606613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00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Attention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CB64CB71-307E-4D85-842D-BF79EC74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62425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4" name="mockup-text">
            <a:extLst xmlns:a="http://schemas.openxmlformats.org/drawingml/2006/main">
              <a:ext uri="{FF2B5EF4-FFF2-40B4-BE49-F238E27FC236}">
                <a16:creationId xmlns:a16="http://schemas.microsoft.com/office/drawing/2014/main" id="{8ED51768-DB1E-467E-9108-056C8C86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57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3C2B5D86-7AEA-4D39-A08F-0169DABB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9625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F60A3499-C9C9-49B2-9EAD-76A81EE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148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Brand in use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90F7333B-44AC-F7E9-D49D-FE92F45E0477}" type="slidenum">
              <a:rPr sz="900">
                <a:solidFill>
                  <a:srgbClr val="FFFFFF"/>
                </a:solidFill>
              </a:rPr>
              <a:t>17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13 — Give the system a pulse</a:t>
            </a:r>
          </a:p>
        </p:txBody>
      </p:sp>
      <p:pic>
        <p:nvPicPr>
          <p:cNvPr id="67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d110810ee4fcb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single pulse propagates through the grid. The title remains black and centred; the colour belongs to the moving field behind it.</a:t>
            </a:r>
          </a:p>
        </p:txBody>
      </p:sp>
      <p:sp>
        <p:nvSpPr>
          <p:cNvPr id="535" name="page-frame-13">
            <a:extLst xmlns:a="http://schemas.openxmlformats.org/drawingml/2006/main">
              <a:ext uri="{FF2B5EF4-FFF2-40B4-BE49-F238E27FC236}">
                <a16:creationId xmlns:a16="http://schemas.microsoft.com/office/drawing/2014/main" id="{16D7461E-ECB1-4ED5-992A-8450999A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AC80313B-542B-4BA1-805F-0274643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096101D9-F600-4CE3-AFF2-232F5C00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13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DDEC59C-A5A8-498E-AD3D-6A2EA041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1D6A09B4-5B96-451E-87E5-A10B5EBE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8769C76-D317-449E-8B2C-5293F0CA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89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D6698C9-9F11-421B-A3EC-C3751419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08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651DD6D-35DA-419A-80CC-9F353221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923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029358D-3052-45C9-AD26-BF19903A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939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C213BCA-A23F-45F4-B6E0-A742649A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954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4FE3420-B902-4C10-976B-89AEDDFC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970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2D551EB-5DAD-488D-BA53-7E659111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39FBACE-AA38-4BFC-B66C-45656F03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001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191B172-E3FF-4984-A498-60049B0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7B0AC8A-28B6-4B3D-84B0-ACC974C4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03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25397D6-4CCB-455C-B333-C3DA08B2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047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334F22C-AB7E-40AA-B438-75383D59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07F3D2E-F650-46CE-B125-547AB362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078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C8744AC-B177-4A35-A960-03380A1A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1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C965F350-522F-489E-9B88-209E9DE7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19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BFE2C06-155F-4A9B-9A33-D9371E33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67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73B1BAFF-BF05-41A6-AC28-2E8A0D6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5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3565561-9302-4947-BB6A-EDB2E8E8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236" y="1738871"/>
            <a:ext cx="50058" cy="500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215F72E-B1A8-4756-A819-56B2D1CC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403" y="1729559"/>
            <a:ext cx="68683" cy="686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04D8990-EB71-4065-9073-67DC4593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548" y="1726224"/>
            <a:ext cx="75353" cy="75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4B6FE7B2-A0A1-416A-810F-F707E1CA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363" y="1729559"/>
            <a:ext cx="68683" cy="686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7302510-EACF-45E5-839F-479A4963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156" y="1738871"/>
            <a:ext cx="50058" cy="500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11063540-91C6-4BEF-83A4-28EF67F6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03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2DDEA1F6-4587-4429-A2D0-8DABCB7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51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73FB2BF4-6E7D-4F2A-B038-22E35465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99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68077CE9-F00A-4D6B-AAB5-D978E828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478" y="1745274"/>
            <a:ext cx="37253" cy="37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18848871-D7CC-4944-BF0A-CE464B43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545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C805C24-9A9A-4F59-9E06-D5ACB61A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489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2D6E711-E90C-4791-82F1-46063FD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34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47FCBE0-19E3-4764-988C-7AFF6485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75" y="2030342"/>
            <a:ext cx="62833" cy="62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ADFA984-62B7-49E5-B3A1-F215860C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166" y="2013588"/>
            <a:ext cx="96340" cy="96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4AE7884-0B0F-488D-8906-061C5C80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394" y="2020872"/>
            <a:ext cx="81773" cy="817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B51E753-A7E8-4180-A4A9-938D4106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924" y="2025457"/>
            <a:ext cx="72602" cy="72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EFEC806-BC79-4456-8713-40E0A266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3" y="2020872"/>
            <a:ext cx="81773" cy="817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34920AA-C301-4AFB-A387-D871C98D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944" y="2013588"/>
            <a:ext cx="96340" cy="96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E91FBF0-1581-4618-9730-9D9A4D2B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642" y="2030342"/>
            <a:ext cx="62833" cy="62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5C92D38-7F41-4A33-BC9B-BBDE83FB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990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6D2F72D-44A6-4C00-A31C-87D0161D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934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8B56DA4-E27D-4C72-9BB4-9BDFD48E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879" y="2039745"/>
            <a:ext cx="44027" cy="440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50B45991-2E23-49C5-89D8-62CDC13A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371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7BD5EB21-808F-4E25-B329-DD54371E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780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742CF40F-895F-4894-A7E4-C687B620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522" y="2392859"/>
            <a:ext cx="52133" cy="52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46D76B38-DB07-474C-BAE3-898BA999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074" y="2371001"/>
            <a:ext cx="95848" cy="958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015B641D-67C7-4B89-B1E0-F355BFB8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720" y="2379238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2D9CCE2-9BC0-4DAB-B600-5ACE8E9F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416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08B028DF-5C83-4416-B644-AC3E5A1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25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3B554CC3-1D66-45FD-B7AD-5DB7E49D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234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3E636465-A68F-4290-B4EE-2094FF3D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356" y="2379238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A3B38B61-A6A2-47DD-8998-BF2F67CC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528" y="2371001"/>
            <a:ext cx="95848" cy="958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05C6800C-D1B0-4AFF-A795-F35D92CC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94" y="2392859"/>
            <a:ext cx="52133" cy="52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19DDE92E-4678-44CC-8441-D2A803F9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870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B3FE20DC-1F76-4241-8FA6-F970C6A6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279" y="2393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4B009674-A96C-4F7C-B13D-A11FE18C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197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1DC8FFE2-CA51-4A90-8B7F-EC910A5C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071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6B8CBCCF-1F45-471D-BD93-FD7E5821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542" y="2785845"/>
            <a:ext cx="70378" cy="703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E3CCB096-341B-4FB7-97B1-14CC1BBC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639" y="2765068"/>
            <a:ext cx="111932" cy="111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7252370B-0441-44E9-A3F3-52CD3B34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844" y="2788400"/>
            <a:ext cx="65267" cy="65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0921473F-4767-4E13-B784-B955D6F9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565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F709712E-4694-45C5-A80E-431D21B4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438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5879332F-81BB-4509-BCA1-4A30EE8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312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0AD8F307-0158-4C0F-B33A-3548132F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2338" y="2788400"/>
            <a:ext cx="65267" cy="65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0C5BDF8B-DCB6-4F5A-9DC2-66E96903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880" y="2765068"/>
            <a:ext cx="111932" cy="111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B88E5C3C-F10A-47D4-AC78-B5AF3AF8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30" y="2785845"/>
            <a:ext cx="70378" cy="703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8BA1D2D9-3949-4942-A8A2-36A9595E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9806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BE8612FF-0F59-4DE1-8EB2-4C7783D1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7679" y="2792247"/>
            <a:ext cx="57573" cy="57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546B786A-FE0D-4F72-B863-940D701C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024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6EE29F15-DE84-4C23-A5D3-7B7102F9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36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A461CE6E-DEF6-4150-9D4E-FBFB328E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297" y="3221674"/>
            <a:ext cx="77152" cy="77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7492A954-CB21-4BED-8E07-5200E0E9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859" y="3200897"/>
            <a:ext cx="118705" cy="118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57B6885C-1047-4AEB-9835-FE35E4D8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29" y="3224230"/>
            <a:ext cx="72041" cy="72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1B8A9E86-5558-45C7-8BDC-2CA2B73A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714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350176ED-FB12-425F-8B0C-0BAA7DF5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05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3BBBD5F8-07D2-405E-987D-F1DF8764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90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A6BED43C-CF4A-45F4-9722-B38C3957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881" y="3224230"/>
            <a:ext cx="72041" cy="72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F6539A5F-EB34-4574-A87B-9046FCFD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887" y="3200897"/>
            <a:ext cx="118705" cy="118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4DC2AD59-7183-4D9A-B436-E216E81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001" y="3221674"/>
            <a:ext cx="77152" cy="77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E89FC961-684E-47AA-84EF-119ED7EA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742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8AF25518-2336-42E9-B448-D28C435E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080" y="3228076"/>
            <a:ext cx="64347" cy="64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586A1DD8-DA8D-4D0A-84EB-B5F4C3CC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11126DA8-5144-45B1-91D2-8C548C36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653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568162F9-EF2F-4BB3-9ED9-B0CBC2EC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788" y="3695269"/>
            <a:ext cx="72453" cy="72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B325B82B-208B-4DE6-941F-DC38D7AF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733" y="3673412"/>
            <a:ext cx="116168" cy="116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CF20C55E-02BD-4A11-AB4E-3E9FC231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772" y="3681649"/>
            <a:ext cx="99695" cy="99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EEBDA97D-70E1-4795-9BA4-63CECAAA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63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379DCAEB-6531-4620-8F61-228821A4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665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4E8594EE-D814-45B7-9144-6D9B5D1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468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70B1BC85-0BB7-4C1D-8D91-E056654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983" y="3681649"/>
            <a:ext cx="99695" cy="99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D1D8E7E8-8ADE-454C-85A0-29415D44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48" y="3673412"/>
            <a:ext cx="116168" cy="116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53437BCA-A6A7-449F-BD38-7CFC7249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208" y="3695269"/>
            <a:ext cx="72453" cy="72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B8DDF3E-38F3-4DFF-AA82-DA8DE2D1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678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F47C9972-9818-46A9-8EFD-23463BBE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480" y="3695936"/>
            <a:ext cx="71120" cy="71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AE5BBC06-3ADD-4E08-B2EF-42F566C7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676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BEDB45A9-2DF6-4466-BEBD-F29399B5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943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341FCCCF-0B43-4E8F-8670-0701B98B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10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AA686BB8-0BE1-4015-B6B5-F73F825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74" y="4182812"/>
            <a:ext cx="96699" cy="96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E45811B5-2C6D-4779-AD34-81B9DF44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588" y="4166059"/>
            <a:ext cx="130206" cy="130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2898490D-52AA-4AF5-9B3B-CF26AFAB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138" y="4173342"/>
            <a:ext cx="115640" cy="115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00752FBA-A1CE-4B8E-B7D9-3A9F6D9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991" y="4177928"/>
            <a:ext cx="106468" cy="1064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32B15118-2D04-4C0F-8DF2-F7194A38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672" y="4173342"/>
            <a:ext cx="115640" cy="115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D15C5441-8B10-45DB-B850-5DA2ECEF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656" y="4166059"/>
            <a:ext cx="130206" cy="130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8FDCBB59-B3A6-40C8-B9E3-D07F84A2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76" y="4182812"/>
            <a:ext cx="96699" cy="96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53409B97-6F3F-40A5-80BD-C174C87D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346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527B519B-C358-4C3B-B65C-2AE91A41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613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76481A4A-390B-4919-AEBF-765DD394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880" y="4192215"/>
            <a:ext cx="77893" cy="77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A537FC5C-289F-4CDF-96AE-C5C5314A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503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AE141F7E-C7EC-438E-A2E5-0EB75BE7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234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C7ABEEA5-6E63-4B5B-A457-BCBF53BB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966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B9F98C51-CD56-4E5E-A513-62B4D9BA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697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8A3C1856-08C6-4BC0-8A90-E0B62103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026" y="4707784"/>
            <a:ext cx="97472" cy="9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EC915596-91B9-47EA-90DD-ED1C8D6F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445" y="4698472"/>
            <a:ext cx="116097" cy="116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1C0A2F92-8FD4-40E5-95FE-09303900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842" y="4695137"/>
            <a:ext cx="122767" cy="122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3BD9CFE2-6493-4C6C-8FC9-41A00444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908" y="4698472"/>
            <a:ext cx="116097" cy="116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8FD3B7F7-F53B-4E2E-B3F7-F6BAC137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952" y="4707784"/>
            <a:ext cx="97472" cy="9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9A885309-E3D3-4B49-A25F-F04EA301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086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E69234D6-5D52-4E00-88A0-030E1A0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818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22C6A272-B95D-4E50-A548-59B5684F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549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690B64F9-E546-49EB-929F-35201FAD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281" y="4714187"/>
            <a:ext cx="84667" cy="84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AD72995D-4E8E-4DDA-91B9-0CF31F26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32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7E508A0F-2145-4BF6-8EB7-6107B223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1B98244B-EF2D-4A88-80A0-DAD74D9C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2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03ED6048-308F-4655-9854-F214658D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917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F59F9EA2-AA29-4238-8D99-B7754979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113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B745DDCC-2480-4CDB-94C1-AA0CD860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30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595FFC3B-726B-4CEF-9F91-19D98EC8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50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15799F9C-EDC5-483C-A523-90087A36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70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4DF2254-ABDE-4BC7-91AD-EE6672C3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897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5E88BD9B-9CEE-44FC-A867-5627220B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093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4D709584-F718-4BD6-AE79-99810FF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289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E3F49D2-E0F3-472B-BB48-C67CD5F1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485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0F09359D-FC24-4800-9DF7-50D5A00C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681" y="52597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mockup-text">
            <a:extLst xmlns:a="http://schemas.openxmlformats.org/drawingml/2006/main">
              <a:ext uri="{FF2B5EF4-FFF2-40B4-BE49-F238E27FC236}">
                <a16:creationId xmlns:a16="http://schemas.microsoft.com/office/drawing/2014/main" id="{F259B173-DBFE-45B8-8BD3-3A5FFECD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71725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Give it a pulse.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B1C6C81E-38B9-7560-621D-5A151A79DF9B}" type="slidenum">
              <a:rPr sz="900">
                <a:solidFill>
                  <a:srgbClr val="FFFFFF"/>
                </a:solidFill>
              </a:rPr>
              <a:t>18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14 — Leave room to explore</a:t>
            </a:r>
          </a:p>
        </p:txBody>
      </p:sp>
      <p:pic>
        <p:nvPicPr>
          <p:cNvPr id="59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300f2e95d4968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Prose + artefacts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final reading pause states the aspiration. Small experiments collect at the edge and remain optional to open or drag.</a:t>
            </a:r>
          </a:p>
        </p:txBody>
      </p:sp>
      <p:sp>
        <p:nvSpPr>
          <p:cNvPr id="535" name="page-frame-14">
            <a:extLst xmlns:a="http://schemas.openxmlformats.org/drawingml/2006/main">
              <a:ext uri="{FF2B5EF4-FFF2-40B4-BE49-F238E27FC236}">
                <a16:creationId xmlns:a16="http://schemas.microsoft.com/office/drawing/2014/main" id="{82A80720-245A-4610-A0DA-C0EC7381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86682C27-4F7F-40D6-9AB2-B61B7A6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EAAE4F90-5BEF-45E3-B1BB-2B1755AD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14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3F28A20-77C4-4A2B-9140-DEA90732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47E18F5D-B37C-4A92-8739-C198ED08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Continue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0659A40-3A9B-46A2-80FA-5DEC8634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400" y="3585927"/>
            <a:ext cx="87765" cy="877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C77DC18-7EFC-4397-AE6A-D250D537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619" y="3052308"/>
            <a:ext cx="34007" cy="340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37A80CD-A73A-4CA6-966B-E9F01342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6287" y="3184276"/>
            <a:ext cx="93650" cy="93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F897B15-15D9-4ED0-801B-B3E0BDDD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872" y="3740229"/>
            <a:ext cx="31543" cy="31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0AF341B-639A-4EE2-A0C9-1CF0EDA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169" y="2322261"/>
            <a:ext cx="75527" cy="75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0867D07-5143-4BBC-B1AA-75002A6D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4807" y="3667228"/>
            <a:ext cx="32496" cy="32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155392E-C69F-4B7E-BAFF-E2EDBF19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686" y="3956221"/>
            <a:ext cx="62285" cy="62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5DE3AFB-83A8-4325-B677-FC4D6EBC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982" y="2112468"/>
            <a:ext cx="87282" cy="872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DFB44BC-9A13-439C-9021-5FBDFC6E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061" y="4059639"/>
            <a:ext cx="54446" cy="544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99385CB-F0D9-489F-A7B2-6F2654EC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201" y="13266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A211BF9-331F-4E61-9082-8F810C73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015" y="4694509"/>
            <a:ext cx="40546" cy="405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393C0678-551D-4267-9D81-3D1FB23F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360" y="2751200"/>
            <a:ext cx="58459" cy="58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mockup-text">
            <a:extLst xmlns:a="http://schemas.openxmlformats.org/drawingml/2006/main">
              <a:ext uri="{FF2B5EF4-FFF2-40B4-BE49-F238E27FC236}">
                <a16:creationId xmlns:a16="http://schemas.microsoft.com/office/drawing/2014/main" id="{5FD88084-B816-43E4-A6B6-9A8C1566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04975"/>
            <a:ext cx="3476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I want to keep making digital experiences with depth, clarity and a pulse.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DA894280-3FB5-4EC4-AC21-AEF4430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0248900" y="3419475"/>
            <a:ext cx="106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DF44B89-EEF3-4797-9188-CFFCBF25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6623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CA064A97-A162-44C6-8C9C-E807501C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388" y="36528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9DDD952-6CCB-44FC-92A1-5D1BFFAC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38" y="36433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3A161A8-310C-40D1-8640-C596830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9385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9BB4B6B-AF5A-46A9-BCEB-B2E97AD4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388" y="39290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977A733B-8F1A-4C29-9443-83A3E469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38" y="3919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B9059C17-D2A8-4324-AC5F-BBBC6117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42148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9AAB5227-EB1B-4641-9A75-48B0E48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388" y="4205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D34D3F72-B663-49B7-A1BA-3CFFDDDA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38" y="4195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085B1B4-3C75-48FF-84F0-6E23148F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44910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28987ED8-0781-4269-88C4-3E2B6402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388" y="4481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ECF0A07C-F0DC-48E3-8B14-12D8B6F0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38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1267B621-BC8B-4EE9-8A2E-5C59934C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0372725" y="3333750"/>
            <a:ext cx="106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924B9BFA-60A0-4751-83D3-3754B7B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3567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637AC27-7388-45F3-87EA-E9296060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5575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BF43210-FD5A-471D-ADD5-AA1B6DA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35766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896F23A-C410-4F82-876D-ED1F714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38433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A1DA6D4F-1A26-44AA-810F-95D7B0B0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8338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DC5C93F-6853-4848-B166-086D0338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38528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F628BF4-554E-405C-9EF2-33A1B3DD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41195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9969355-13C3-4AE0-843A-A16F1A80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41100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2C2675B-D7A4-4798-B048-4DA4598A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41290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6E5EEDB-7A98-4EEE-953B-4ED7A945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43957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5D450B8-0FCE-412E-BD91-01FF7E4A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4386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BE7E4096-94A7-4D7C-9395-27AF2A94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44053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8EB41488-C4D6-437A-9220-FA32D63E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0496550" y="3248025"/>
            <a:ext cx="106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EC5B68CA-764A-4E3E-9409-BDF5EF0D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34718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0C608C7C-3DC0-4364-9291-F6E2A5FC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563" y="349091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F43795A3-DADB-425B-97A5-111F3D32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313" y="3481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0308B3D5-6DF3-44F3-94FA-513CFC4B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3748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EE84EDF0-CBBA-4A01-AC75-AE417F1D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563" y="37671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DD740994-22AD-4FE1-A175-AC56F3A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313" y="3757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F52D0329-8F21-445D-97F3-333C4322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40243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46E6BDF8-682B-43FF-A768-70C4B69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563" y="40433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5088BC2-E172-4487-84C1-414AFA54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313" y="40338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74D00261-D4B3-4ED9-AE0F-5CBAA243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4300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3D7E717A-357E-47DB-9660-301E926A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563" y="43195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4F21F179-4075-44B4-BCA2-2ACB34CA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313" y="43100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mockup-text">
            <a:extLst xmlns:a="http://schemas.openxmlformats.org/drawingml/2006/main">
              <a:ext uri="{FF2B5EF4-FFF2-40B4-BE49-F238E27FC236}">
                <a16:creationId xmlns:a16="http://schemas.microsoft.com/office/drawing/2014/main" id="{B2310D56-B872-492E-9F08-05ED9601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14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68C7"/>
                </a:solidFill>
              </a:defRPr>
            </a:pPr>
            <a:r>
              <a:rPr sz="1350" b="0">
                <a:solidFill>
                  <a:srgbClr val="0968C7"/>
                </a:solidFill>
              </a:rPr>
              <a:t>Selected experiments ↗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</a:defRPr>
            </a:pPr>
            <a:fld id="{CCF91274-D221-1BB4-3BF9-836E3AD31EBE}" type="slidenum">
              <a:rPr sz="900">
                <a:solidFill>
                  <a:srgbClr val="FFFFFF"/>
                </a:solidFill>
              </a:rPr>
              <a:t>19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15 — Close in open space</a:t>
            </a:r>
          </a:p>
        </p:txBody>
      </p:sp>
      <p:pic>
        <p:nvPicPr>
          <p:cNvPr id="65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b2ca9ec1d4b7c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Spatial title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field is ordered but alive. The final sentence holds centrally, then the background continues moving after the reader reaches the end.</a:t>
            </a:r>
          </a:p>
        </p:txBody>
      </p:sp>
      <p:sp>
        <p:nvSpPr>
          <p:cNvPr id="535" name="page-frame-15">
            <a:extLst xmlns:a="http://schemas.openxmlformats.org/drawingml/2006/main">
              <a:ext uri="{FF2B5EF4-FFF2-40B4-BE49-F238E27FC236}">
                <a16:creationId xmlns:a16="http://schemas.microsoft.com/office/drawing/2014/main" id="{2110650B-A07B-44CA-A6E9-E21D3E7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"/>
            <a:ext cx="531495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6" name="mockup-text">
            <a:extLst xmlns:a="http://schemas.openxmlformats.org/drawingml/2006/main">
              <a:ext uri="{FF2B5EF4-FFF2-40B4-BE49-F238E27FC236}">
                <a16:creationId xmlns:a16="http://schemas.microsoft.com/office/drawing/2014/main" id="{D709BD24-AEE8-488A-A8BF-92F66333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95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About Me</a:t>
            </a:r>
          </a:p>
        </p:txBody>
      </p:sp>
      <p:sp>
        <p:nvSpPr>
          <p:cNvPr id="537" name="mockup-text">
            <a:extLst xmlns:a="http://schemas.openxmlformats.org/drawingml/2006/main">
              <a:ext uri="{FF2B5EF4-FFF2-40B4-BE49-F238E27FC236}">
                <a16:creationId xmlns:a16="http://schemas.microsoft.com/office/drawing/2014/main" id="{5CE2F6AD-E4B1-4BB3-89DB-B7353E0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5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15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C0CB1B4-B832-4BDA-A54E-70FB751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56DCE64F-C0D9-48EC-A8C3-2816483B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Scroll through space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E819C22-4A51-4C30-B6A6-B038027A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892" y="155638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08245E7-1B54-4E07-956C-E829025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182" y="1572988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00F98B2-9F1A-4462-A550-115AD2A0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471" y="158341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2961B9E-80EB-4FBF-A51B-3B30D98B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761" y="1583773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45268BA-8B62-4DB2-9F06-72DE3912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051" y="157394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69E7A96-8EE4-4AB3-B6A9-506B48C0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340" y="1557573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04FFC5F-E52B-46A7-A00D-54E741F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30" y="1540763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9A4FDF4-B8ED-4322-A03A-3B3C192A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919" y="1529769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5237ADC-8A6C-42F5-9000-A7E0B88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209" y="1528682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A31A7D2-F547-4C00-A4CB-7362F05F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499" y="1537907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458DCCC-7F17-4988-B9BD-14365C18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788" y="155401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8F2BD30-83BB-4377-AE03-AB6591F0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078" y="1570998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D63E41A-0CE1-403A-A358-06660836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197" y="180025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9EA4794-AC93-42E8-A1C7-6C8992D4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556" y="182289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9B0EC4D8-EB95-4377-9833-F7FB068A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16" y="182882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7E9A536-4BC8-43BC-A076-4163BE22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276" y="181582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F42124E-7994-4686-BA17-B2345EBE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635" y="178874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83375ABF-0DC0-41FD-9AD9-CD22C453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1995" y="17576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ADDA6F8-CC22-43A2-9E99-5E818F34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8355" y="17341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95BBBC9-8920-44F7-926A-87F8F48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715" y="172694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DF0D9022-CBF0-44B3-B84D-3F9D8607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074" y="173875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3D7D5BCF-49EA-4DD0-93AA-752399A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434" y="176516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17AE363E-3A46-42A3-A557-386CED2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94" y="1796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A70D6F26-1F9A-4F06-A442-E5E283DE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153" y="182070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825DD613-C032-41F9-AA84-CD8913E5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501" y="218119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11880852-52C8-4536-A67B-9ACA77D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931" y="219709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7485AC44-7556-4D8E-A361-18F179F1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361" y="218555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1335A08-DFFA-4DC0-86CE-C613094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791" y="215086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0EC852B-C75D-49E6-8657-80ED62D9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20" y="210593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67001C4-B8EB-488F-8162-D3962D2D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650" y="206750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FC513742-4D93-4263-8A41-A219EE23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080" y="204986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A9E250E4-7085-4BEB-A882-7516DF90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510" y="205959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A1ACFEB-A5A9-4CF2-86A3-FE344D60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39" y="2093056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573E6B1-A413-4A9E-A6CC-C0188ABD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369" y="2137806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28424942-B77C-406B-800E-BD9747B2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799" y="217718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0171205-21A5-4514-BA26-DF2C1339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229" y="219652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E55001B2-1CA6-45B6-8431-D0D783A8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806" y="263238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2ABCF7A-0770-4E13-A7E9-11802441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306" y="262714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5E05021-1918-471F-8954-9C536E45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806" y="258882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1E173680-0F2D-470E-BF00-701DDE48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305" y="2531692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16CAF706-51D0-4B84-8A06-00504CB1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05" y="247701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FAC03122-55D3-400C-8234-35D3A932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305" y="244514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0EA56BB5-D60B-4866-B5B9-CC860771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805" y="2447945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D85FD621-6E5D-458A-A319-A398F85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305" y="248437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D417A824-7BAD-4B0C-991E-30124AEA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805" y="2540870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172BA92D-3FD4-423D-92FD-136642E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304" y="2596404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6B30F654-C963-4AAE-A2D0-1FEDB4B8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04" y="2630303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68ED87CD-BE5F-452B-BF2D-8C5D5771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304" y="2629949"/>
            <a:ext cx="5334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4BD6D23D-C65C-4B83-9E89-9EFAF29A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10" y="31218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DF5119CF-3551-43F5-92A6-96FD3559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680" y="308453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A3F5F07A-596D-4F54-8C7F-4E1B1D86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250" y="30179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08878DF5-1638-4ED8-ABB0-89BD1116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820" y="29468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518927CC-089F-4AB4-8A6A-219D1DDF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90" y="28977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44EBC3DC-A079-4DB3-BFF4-B02ABD51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960" y="288891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E9C28E8A-326B-4232-8D36-F431F0C0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530" y="292358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330331EA-E7A4-4777-A240-FACD688B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100" y="29888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D482016E-59D3-4074-97F8-B1A21286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670" y="30605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4F3FE906-B855-4FB3-9704-488C36AE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240" y="311182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D6A0C709-A0FC-41C2-8694-696EBAC7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10" y="312368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36D2171F-C7BA-4C31-AB83-97EE1AAC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380" y="309169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D032F9F2-B45D-4747-8E60-A41587B3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415" y="3627229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B3E33F09-8AD9-4378-942C-5E1B3A4C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055" y="355499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2ADE9ACA-38F4-4DD6-9681-9A3353B5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695" y="346861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A150AC01-4F2D-4154-B579-7927EB49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335" y="340024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B46578E7-8F57-49F5-8835-D3A5F5F6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975" y="337532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72F56FF6-CDF4-4010-B4FE-4EBCA266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615" y="340314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5B6094BF-73CD-4CCE-87A1-70A9459F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5255" y="347333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2D967120-C94D-4602-9EAE-B9B7C42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895" y="355978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EE38DA38-8446-4443-88B9-3BD116D7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35" y="363029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41EF74D8-1B60-4313-821E-7ED071F7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175" y="3658632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5A080A1E-822F-4B45-AA5C-79F0D098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815" y="3634243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14CDE6B7-FF4E-43B7-A67C-BBD24038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455" y="3566207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3A9327FB-9DE8-413A-91E5-B043BFB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720" y="4135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CDFFEAF1-F6DF-4FC5-B5C2-25FCFE5A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430" y="40364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F13C7738-FDA9-4A47-95F6-EF20EB11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140" y="394795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411B72F3-C97F-47B9-A35D-2FDACB02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850" y="39032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9553DF97-36DC-4C8A-8F3A-8A40D8FE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560" y="391897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5C7EFDAC-E818-46FD-85B1-D5633A54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70" y="39893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8D24AD36-9F9A-4FD1-9EA7-6810608F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980" y="408805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8168D20B-60C8-4726-A95E-16C8E848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690" y="417845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50CB84A9-D26D-43C8-8E4F-F4B122CA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400" y="42268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AC2042B9-C04A-4A3D-8846-35798406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110" y="421526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35C0C03E-3E99-4DDD-B398-25C79AC9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820" y="41479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8AD2F57B-43DC-4166-866C-AB2E7F99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530" y="40500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FC3EF032-DB0E-47B2-BC88-877CD0B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024" y="4646042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4C5131C8-A7FC-4B11-8E43-95BE0F11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804" y="4537726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2534A2E4-AC8A-4954-823B-78A19D5A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585" y="4470315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234D96A4-F164-4B69-8AB9-3FB241D2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365" y="4468902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A461D331-9187-4311-8309-9D8D9BC0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45" y="4534013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23F38CE7-7042-4F91-9807-B6F0F688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925" y="4641411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23545283-B917-4A82-8A73-BD7EE71F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05" y="4751117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1A59DAB9-3C3A-4690-B523-5777D509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485" y="4822295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1BEE52BE-E2FD-44C7-A549-291DC5E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265" y="4828449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179BF129-6731-4FE6-8574-3B8CA33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045" y="4767287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AA19345E-83A6-4E52-A754-509A7B24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826" y="4661578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F59D2011-F9E8-45A1-9AF8-9F84E50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606" y="4550671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F2D5E430-8C12-47E4-B4E6-40D30924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329" y="516697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E4362143-B7E7-4B49-AC98-52F08DF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179" y="507504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8A82ACFC-A2F6-496E-BCF1-797D4768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29" y="50518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74E00893-102C-41CF-88CD-3291FC00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880" y="510603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20A79969-0D38-40EB-872C-77B28E97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730" y="52174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B174C2B6-8140-495F-A768-2EB92F91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580" y="5344541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AC66DA24-6E27-43E8-9B44-99C836AE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430" y="5440083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C4C11366-2B81-48B5-8728-514E9968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280" y="54684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AB60197E-31FE-4284-AE03-336ABF0A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130" y="541916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DFE6373D-6C72-474F-994C-4D0CF5F5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981" y="531048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E432407B-0A4E-4EF6-81D4-E0266E52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0831" y="518290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E7DB893A-B7E7-424D-854A-50938939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681" y="508391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mockup-text">
            <a:extLst xmlns:a="http://schemas.openxmlformats.org/drawingml/2006/main">
              <a:ext uri="{FF2B5EF4-FFF2-40B4-BE49-F238E27FC236}">
                <a16:creationId xmlns:a16="http://schemas.microsoft.com/office/drawing/2014/main" id="{7CDEDED2-8E50-41EC-AB01-F07299DB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71675"/>
            <a:ext cx="45529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111111"/>
                </a:solidFill>
              </a:defRPr>
            </a:pPr>
            <a:r>
              <a:rPr sz="3075" b="1">
                <a:solidFill>
                  <a:srgbClr val="111111"/>
                </a:solidFill>
              </a:rPr>
              <a:t>Experiences that make sense—and still leave room for curiosity.</a:t>
            </a:r>
          </a:p>
        </p:txBody>
      </p:sp>
      <p:sp>
        <p:nvSpPr>
          <p:cNvPr id="649" name="mockup-text">
            <a:extLst xmlns:a="http://schemas.openxmlformats.org/drawingml/2006/main">
              <a:ext uri="{FF2B5EF4-FFF2-40B4-BE49-F238E27FC236}">
                <a16:creationId xmlns:a16="http://schemas.microsoft.com/office/drawing/2014/main" id="{F40DCC7A-F399-4D32-AC8C-FCBD5D2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14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968C7"/>
                </a:solidFill>
              </a:defRPr>
            </a:pPr>
            <a:r>
              <a:rPr sz="1125" b="0">
                <a:solidFill>
                  <a:srgbClr val="0968C7"/>
                </a:solidFill>
              </a:rPr>
              <a:t>Get in touch ↗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FFFFF"/>
                </a:solidFill>
              </a:defRPr>
            </a:pPr>
            <a:r>
              <a:rPr sz="4800" b="0">
                <a:solidFill>
                  <a:srgbClr val="FFFFFF"/>
                </a:solidFill>
              </a:rPr>
              <a:t>Ready for motion studies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1. Spatial title depth pass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2. Prose reveal timing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3. Grid-to-pulse transition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Next gate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2026-07-13T08:32:30.0530000Z</dcterms:created>
  <dcterms:modified xsi:type="dcterms:W3CDTF">2026-07-13T08:32:30.0530000Z</dcterms:modified>
</coreProperties>
</file>